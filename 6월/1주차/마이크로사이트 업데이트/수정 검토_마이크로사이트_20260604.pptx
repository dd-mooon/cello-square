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35"/>
  </p:normalViewPr>
  <p:slideViewPr>
    <p:cSldViewPr snapToGrid="0">
      <p:cViewPr varScale="1">
        <p:scale>
          <a:sx n="149" d="100"/>
          <a:sy n="149" d="100"/>
        </p:scale>
        <p:origin x="1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E18349-018E-EE07-2847-558C8B940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D6195B-00A5-B7D3-7AA5-1A4C18EE6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AC888C-61AE-87E2-01AF-DBF1A563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6D31-EFC3-4B4C-86C1-E75084603C89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C92D6A-BB64-4DC7-7775-B53DDC754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7BE257-C6E4-3DD9-22E8-E3CBE0668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1488B-2BB7-D949-A12B-307FE2E0419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95201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4EC65-893F-D1CF-F9F0-7773E08BB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AD6DEC-A9AE-858C-EB5A-DB55AE166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7C31ED-FA98-A4B3-D7EB-9EE7763FD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6D31-EFC3-4B4C-86C1-E75084603C89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BF73E2-FA30-2142-A0A1-F127DCD84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45AD46-0202-5B43-C520-D39BDA3C8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1488B-2BB7-D949-A12B-307FE2E0419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13053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334657-11C7-9C45-6879-85A599848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63B0A7-5EDA-D55B-D6BE-C47EF9E16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E829E6-7F59-8D6E-A20D-4A1B6AC8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6D31-EFC3-4B4C-86C1-E75084603C89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2CB01D-74BA-DFA8-204F-E00F116E8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BB2EA8-6781-FFE3-DE5E-C9BB47DE3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1488B-2BB7-D949-A12B-307FE2E0419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67529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05640F-030B-A0C0-FD6D-F51760180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878BAA-A067-0FE4-7B8E-4E90A892A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406B1A-C67D-908A-BAA4-59D230ECE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E7EECB-4420-71F2-8A6C-28B503770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6D31-EFC3-4B4C-86C1-E75084603C89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D026D8-8AC6-BB30-35F0-A54527CD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8733BE-9AD0-A1B3-06D2-828A03719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1488B-2BB7-D949-A12B-307FE2E0419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60819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90114-46B8-7304-BD32-6D18C4221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574736-48C3-F84B-18FB-DECABAC7E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52355E-4196-8CDD-73B3-B062C2E83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45334E0-BBB6-2EEB-46C4-8CCBF5F801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E077BE4-3FEA-C733-9254-5E5FDD3DED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4D2D6C-1DE7-E81A-1AF5-4CC5C04E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6D31-EFC3-4B4C-86C1-E75084603C89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740130A-31D7-7BC0-D397-8A5AB425E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94BE7F0-F388-906D-4C83-05C18152C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1488B-2BB7-D949-A12B-307FE2E0419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34215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AF916F-61BF-8146-5D25-985F8F388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F81B5D-8308-7994-8335-5EB90276D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6D31-EFC3-4B4C-86C1-E75084603C89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B3E9A2-9CD5-91B8-C318-43DA799B8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E69E40-5105-A05F-507E-2C2A0F72F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1488B-2BB7-D949-A12B-307FE2E0419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1309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209B796-AEE6-DCCB-5367-3FD0A590A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6D31-EFC3-4B4C-86C1-E75084603C89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9EC963-8B01-C5E9-664B-9E46E97C8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D8D3DC-3780-12B6-B641-9B2003A42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1488B-2BB7-D949-A12B-307FE2E0419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10404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003811-4DD3-87C2-CE3C-FDDD207E0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A200FD-DACC-76A7-48BF-9BCBDDD60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07FF1B-1A47-BD39-B17D-780E659FC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1076EF-8AF1-9870-5FB5-1413FAB25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6D31-EFC3-4B4C-86C1-E75084603C89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548EA9-58A8-A0A2-53FD-D1B209269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70F715-3357-AF15-C13D-931BD1A86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1488B-2BB7-D949-A12B-307FE2E0419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09188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061827-4D86-C5AF-9036-EF52D3262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5589893-4E23-8930-F50F-CBCA6CCB8D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0B0198-B8C5-9A7C-1C5B-66B73FBA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34959D-8162-E24E-8CE6-C200B4BB2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6D31-EFC3-4B4C-86C1-E75084603C89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691E88-43AF-7454-2F0C-5B11CB73E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BA3374-C600-A1D2-2119-45D36D227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1488B-2BB7-D949-A12B-307FE2E0419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7456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CE506F-DF02-A2E6-807F-2E9F80199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7E3D48-1E33-08C5-E0F7-4E1152836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456895-6719-83E4-8653-C1A98C087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6D31-EFC3-4B4C-86C1-E75084603C89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658996-7181-8F84-CED6-4FB7DA14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5011E7-51AD-686C-0598-45ED3CC3C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1488B-2BB7-D949-A12B-307FE2E0419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98714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D4EBCED-4817-7C68-7F1A-BA1F722C7F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DB5E84-6908-1B54-E632-EB53A0A84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3134C8-0F68-C920-53D3-D4642B615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6D31-EFC3-4B4C-86C1-E75084603C89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0AE73C-6DFD-169C-0E1A-A5596B971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3AB312-4AD0-A1FD-1D24-DB5EF0052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1488B-2BB7-D949-A12B-307FE2E0419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7117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F4B9FF-F917-7913-B80A-314D84BF2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4AC75F-B447-07D3-764E-89C3FB5BE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90F6D7-41AC-37CF-809F-D712A4FD1A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D76D31-EFC3-4B4C-86C1-E75084603C89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D3B945-41EF-0B3E-EB28-4D98D709E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864D78-43FD-FB99-5685-E35F3F6D96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C1488B-2BB7-D949-A12B-307FE2E0419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0444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ello-square.com/vn/company/global-network/SG-vn.do" TargetMode="External"/><Relationship Id="rId3" Type="http://schemas.openxmlformats.org/officeDocument/2006/relationships/image" Target="../media/image1.png"/><Relationship Id="rId7" Type="http://schemas.openxmlformats.org/officeDocument/2006/relationships/hyperlink" Target="mailto:jeffrey.kee@partner.samsung.com" TargetMode="External"/><Relationship Id="rId2" Type="http://schemas.openxmlformats.org/officeDocument/2006/relationships/hyperlink" Target="https://www.cello-square.com/es/company/global-network/SG-es.do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ivan.xu@samsung.com" TargetMode="External"/><Relationship Id="rId5" Type="http://schemas.openxmlformats.org/officeDocument/2006/relationships/hyperlink" Target="mailto:terrance.lee@samsung.com" TargetMode="External"/><Relationship Id="rId4" Type="http://schemas.openxmlformats.org/officeDocument/2006/relationships/hyperlink" Target="mailto:cellosquare.my@samsung.c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hlinkClick r:id="rId2"/>
            <a:extLst>
              <a:ext uri="{FF2B5EF4-FFF2-40B4-BE49-F238E27FC236}">
                <a16:creationId xmlns:a16="http://schemas.microsoft.com/office/drawing/2014/main" id="{A820BFD3-76FC-C3CD-344E-D0AE0A8998B5}"/>
              </a:ext>
            </a:extLst>
          </p:cNvPr>
          <p:cNvSpPr txBox="1"/>
          <p:nvPr/>
        </p:nvSpPr>
        <p:spPr>
          <a:xfrm>
            <a:off x="305686" y="256309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https</a:t>
            </a:r>
            <a:r>
              <a:rPr lang="ko-KR" altLang="en-US" dirty="0"/>
              <a:t>://</a:t>
            </a:r>
            <a:r>
              <a:rPr lang="ko-KR" altLang="en-US" dirty="0" err="1"/>
              <a:t>www.cello-square.com</a:t>
            </a:r>
            <a:r>
              <a:rPr lang="ko-KR" altLang="en-US" dirty="0"/>
              <a:t>/</a:t>
            </a:r>
            <a:r>
              <a:rPr lang="ko-KR" altLang="en-US" dirty="0" err="1"/>
              <a:t>es</a:t>
            </a:r>
            <a:r>
              <a:rPr lang="ko-KR" altLang="en-US" dirty="0"/>
              <a:t>/</a:t>
            </a:r>
            <a:r>
              <a:rPr lang="ko-KR" altLang="en-US" dirty="0" err="1"/>
              <a:t>company</a:t>
            </a:r>
            <a:r>
              <a:rPr lang="ko-KR" altLang="en-US" dirty="0"/>
              <a:t>/</a:t>
            </a:r>
            <a:r>
              <a:rPr lang="ko-KR" altLang="en-US" dirty="0" err="1"/>
              <a:t>global-network</a:t>
            </a:r>
            <a:r>
              <a:rPr lang="ko-KR" altLang="en-US" dirty="0"/>
              <a:t>/SG-</a:t>
            </a:r>
            <a:r>
              <a:rPr lang="ko-KR" altLang="en-US" dirty="0" err="1"/>
              <a:t>es.do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19E9144-82CA-3776-0238-6A23FAACE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53" y="1099954"/>
            <a:ext cx="7772400" cy="1957422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857CAE6-DC3C-C208-46EE-2A58AE644D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903899"/>
              </p:ext>
            </p:extLst>
          </p:nvPr>
        </p:nvGraphicFramePr>
        <p:xfrm>
          <a:off x="394950" y="3765235"/>
          <a:ext cx="7994337" cy="1288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97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4236720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Singapore Office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30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Pasir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Panjang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Road #07-32,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Mapletree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Business City, 117440, Singapore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General: 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  <a:hlinkClick r:id="rId4"/>
                        </a:rPr>
                        <a:t>cellosquare.my@samsung.co</a:t>
                      </a: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Ocean Logistics: 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  <a:hlinkClick r:id="rId5"/>
                        </a:rPr>
                        <a:t>terrance.lee@samsung.com</a:t>
                      </a: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Contract Logistics: 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  <a:hlinkClick r:id="rId6"/>
                        </a:rPr>
                        <a:t>ivan.xu@samsung.com</a:t>
                      </a: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Business Development: 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  <a:hlinkClick r:id="rId7"/>
                        </a:rPr>
                        <a:t>jeffrey.kee@partner.samsung.com</a:t>
                      </a: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A796D05-4B36-DE3C-5336-9161CDE1D1E7}"/>
              </a:ext>
            </a:extLst>
          </p:cNvPr>
          <p:cNvSpPr txBox="1"/>
          <p:nvPr/>
        </p:nvSpPr>
        <p:spPr>
          <a:xfrm>
            <a:off x="290557" y="3435410"/>
            <a:ext cx="36359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kumimoji="1" lang="ko-KR" altLang="en-US" sz="1200" dirty="0">
                <a:solidFill>
                  <a:srgbClr val="FF0000"/>
                </a:solidFill>
              </a:rPr>
              <a:t>두 언어 모두 위치</a:t>
            </a:r>
            <a:r>
              <a:rPr kumimoji="1" lang="en-US" altLang="ko-KR" sz="1200" dirty="0">
                <a:solidFill>
                  <a:srgbClr val="FF0000"/>
                </a:solidFill>
              </a:rPr>
              <a:t>&amp;</a:t>
            </a:r>
            <a:r>
              <a:rPr kumimoji="1" lang="ko-KR" altLang="en-US" sz="1200" dirty="0">
                <a:solidFill>
                  <a:srgbClr val="FF0000"/>
                </a:solidFill>
              </a:rPr>
              <a:t>연락처 해당 내용 반영 필요</a:t>
            </a:r>
          </a:p>
        </p:txBody>
      </p:sp>
      <p:sp>
        <p:nvSpPr>
          <p:cNvPr id="10" name="TextBox 9">
            <a:hlinkClick r:id="rId8"/>
            <a:extLst>
              <a:ext uri="{FF2B5EF4-FFF2-40B4-BE49-F238E27FC236}">
                <a16:creationId xmlns:a16="http://schemas.microsoft.com/office/drawing/2014/main" id="{DF3A542A-4532-06BC-81D7-F6F4A2D951FE}"/>
              </a:ext>
            </a:extLst>
          </p:cNvPr>
          <p:cNvSpPr txBox="1"/>
          <p:nvPr/>
        </p:nvSpPr>
        <p:spPr>
          <a:xfrm>
            <a:off x="6094576" y="185309"/>
            <a:ext cx="60974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https</a:t>
            </a:r>
            <a:r>
              <a:rPr lang="ko-KR" altLang="en-US" dirty="0"/>
              <a:t>://</a:t>
            </a:r>
            <a:r>
              <a:rPr lang="ko-KR" altLang="en-US" dirty="0" err="1"/>
              <a:t>www.cello-square.com</a:t>
            </a:r>
            <a:r>
              <a:rPr lang="ko-KR" altLang="en-US" dirty="0"/>
              <a:t>/</a:t>
            </a:r>
            <a:r>
              <a:rPr lang="ko-KR" altLang="en-US" dirty="0" err="1"/>
              <a:t>vn</a:t>
            </a:r>
            <a:r>
              <a:rPr lang="ko-KR" altLang="en-US" dirty="0"/>
              <a:t>/</a:t>
            </a:r>
            <a:r>
              <a:rPr lang="ko-KR" altLang="en-US" dirty="0" err="1"/>
              <a:t>company</a:t>
            </a:r>
            <a:r>
              <a:rPr lang="ko-KR" altLang="en-US" dirty="0"/>
              <a:t>/</a:t>
            </a:r>
            <a:r>
              <a:rPr lang="ko-KR" altLang="en-US" dirty="0" err="1"/>
              <a:t>global-network</a:t>
            </a:r>
            <a:r>
              <a:rPr lang="ko-KR" altLang="en-US" dirty="0"/>
              <a:t>/SG-</a:t>
            </a:r>
            <a:r>
              <a:rPr lang="ko-KR" altLang="en-US" dirty="0" err="1"/>
              <a:t>vn.do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879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104</Words>
  <Application>Microsoft Macintosh PowerPoint</Application>
  <PresentationFormat>와이드스크린</PresentationFormat>
  <Paragraphs>12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나눔스퀘어</vt:lpstr>
      <vt:lpstr>나눔스퀘어 Bold</vt:lpstr>
      <vt:lpstr>맑은 고딕</vt:lpstr>
      <vt:lpstr>Arial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Yoojin Shin</dc:creator>
  <cp:lastModifiedBy>Yoojin Shin</cp:lastModifiedBy>
  <cp:revision>1</cp:revision>
  <dcterms:created xsi:type="dcterms:W3CDTF">2026-06-04T08:53:03Z</dcterms:created>
  <dcterms:modified xsi:type="dcterms:W3CDTF">2026-06-04T09:51:16Z</dcterms:modified>
</cp:coreProperties>
</file>