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A901E-22C7-B702-FB81-B61F65030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415F1E-2046-ACBD-B3BE-3ADDAB459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6C19E0-3032-9B1F-9F9A-F2ABEAFE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B6F062-3245-9B78-1647-37BFE03E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71394B-3403-6EF7-D3C1-D799DFCB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956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BF7E4-E48A-3BB8-BC36-6A25D2585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27195-F224-E3D5-4532-F63F14422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5BB476-9134-3D97-4C55-0CC330C4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1637A4-543A-8260-CBAD-A96E1D70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31ED60-BCA2-2DF0-B32D-8F8D15B5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29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794BF-8D76-3FC9-142B-633DC45D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E2AF0D-F261-4E2B-9D73-CC79FA1F1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A49E4-082C-FD02-09AF-20902BEF4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1169B8-5247-9DE0-2746-034906E9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8F5A5-8805-DC07-5D54-E95D3568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846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A8FFD-D4FB-9A4A-15EC-4DFE289B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EBFCB-9C97-0A3D-406B-4BEDC2BA6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D0D31A-A1CB-47F7-C420-B3F89C9D6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6634CE-ADC4-453A-493C-144D42C74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122B93-42FF-ABD4-B4E8-A09B469A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F6FC54-D8E2-FA78-28C3-1A8E8011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28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A1F0A-5A49-0961-3694-6F2BA1CF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8372A6-B663-8869-7941-43BB7D9A5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453278-02F6-A0D8-3531-5E5B8E7FF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A5F1F5-1B66-5672-E2D4-E25D3D2A7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1ED3C7-4C2B-D509-5F97-698AA3A0E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5E852E-4795-0D8A-FB8A-64435A31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0CE9A4-D192-E22D-315E-98A2AF6E2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CF9B59-F072-F253-0A0B-47D32D99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309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A4FEB-FFA4-3D2C-1BF6-244DD86B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CD0C790-2557-53B6-A5D0-86659EA0B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520974-F0CF-49E8-5C37-AF671441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558EBF-0668-0F7F-EC7A-0B2C7716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78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E3CD4FE-C6CA-CD21-B071-D07A46CC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0A7DFD-34B5-F50C-9740-491FED11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CA22C5-7593-02C6-2DA3-5B68F3E0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32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B4F54-4564-B5C8-34C6-8FAD951EF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C1DEB4-5B40-285C-7F69-9BF6ADB07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2F23F1-83A7-9414-2401-1818B9399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8A3F80-65EC-CE5B-28C7-92A9FEAE9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882AEE-253D-F87A-C836-4CE7917E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FF2E7C-EDA4-1019-11AB-629CB6C8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50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A6860-A592-E8A3-9616-9F80E595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C31EE7-1A37-19A2-1267-7D278128B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DA622A-2F8F-3F79-E71F-159C3F9AB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286275-0CFD-87CA-FF52-5D7F2225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CD776F-F554-2CCB-BA91-B606CB9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48EA9C-905D-E814-15B0-07224BFF3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55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7555B-E22F-F470-422C-4550BB725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F9B052-258B-7231-C63F-C6E04609E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8AF84-983D-8797-2314-E0D910835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A794D4-605F-281B-8421-D2577935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6DAB78-9CA0-22A9-A057-0AE0F6259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667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DDC1129-C769-9E5C-4190-130BF76AA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54E49E-BF35-D4B2-BE78-E6E665903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9AD7B-B981-25A0-B9B4-6B6E7F5C9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DB9876-FFBD-5967-1194-C08C41E2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D98AF0-66FC-E8A1-C504-3E75D3DF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87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010144-DE23-A47A-20C4-C30B76DED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6B1594-67ED-5681-6A81-F6F4CD097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BE707D-71E3-E5D4-731B-839FA214C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F6BA0-DFEA-45AD-9C18-BBD918C94CE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BE8A2A-966A-72F5-1DCC-5BA0B3AAD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454B33-C0BF-F28D-EEF7-8218DFC45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AD674-4AF7-402B-910D-AFE9BDF1EF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10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39B8B-75D2-3CF7-6B81-FE41E8059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6402"/>
            <a:ext cx="9144000" cy="892598"/>
          </a:xfrm>
        </p:spPr>
        <p:txBody>
          <a:bodyPr>
            <a:normAutofit/>
          </a:bodyPr>
          <a:lstStyle/>
          <a:p>
            <a:r>
              <a:rPr lang="ko-KR" altLang="en-US" sz="4000"/>
              <a:t>메인 </a:t>
            </a:r>
            <a:r>
              <a:rPr lang="en-US" altLang="ko-KR" sz="4000"/>
              <a:t>h1 </a:t>
            </a:r>
            <a:r>
              <a:rPr lang="ko-KR" altLang="en-US" sz="4000"/>
              <a:t>개선 퍼블리싱 가이드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67165F-CD3B-4E8F-6974-15A8C1F1F278}"/>
              </a:ext>
            </a:extLst>
          </p:cNvPr>
          <p:cNvSpPr txBox="1"/>
          <p:nvPr/>
        </p:nvSpPr>
        <p:spPr>
          <a:xfrm>
            <a:off x="11043236" y="6442366"/>
            <a:ext cx="989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/>
              <a:t>2026-06-08</a:t>
            </a:r>
          </a:p>
        </p:txBody>
      </p:sp>
    </p:spTree>
    <p:extLst>
      <p:ext uri="{BB962C8B-B14F-4D97-AF65-F5344CB8AC3E}">
        <p14:creationId xmlns:p14="http://schemas.microsoft.com/office/powerpoint/2010/main" val="252270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DC405-5B8B-C8B6-19A3-7C1E8432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48" y="164773"/>
            <a:ext cx="11706835" cy="504180"/>
          </a:xfrm>
        </p:spPr>
        <p:txBody>
          <a:bodyPr>
            <a:normAutofit/>
          </a:bodyPr>
          <a:lstStyle/>
          <a:p>
            <a:r>
              <a:rPr lang="en-US" altLang="ko-KR" sz="2400" b="1"/>
              <a:t>1. html</a:t>
            </a:r>
            <a:endParaRPr lang="ko-KR" altLang="en-US" sz="2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492BDD-8CE7-C63D-FB83-C46BFD368D5C}"/>
              </a:ext>
            </a:extLst>
          </p:cNvPr>
          <p:cNvSpPr txBox="1"/>
          <p:nvPr/>
        </p:nvSpPr>
        <p:spPr>
          <a:xfrm>
            <a:off x="606357" y="883442"/>
            <a:ext cx="5626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rgbClr val="FF0000"/>
                </a:solidFill>
              </a:rPr>
              <a:t>* </a:t>
            </a:r>
            <a:r>
              <a:rPr lang="ko-KR" altLang="en-US" sz="1200" b="1">
                <a:solidFill>
                  <a:srgbClr val="FF0000"/>
                </a:solidFill>
              </a:rPr>
              <a:t>주석처리된 코드 내부만 확인 후 사용하시면 됩니다</a:t>
            </a:r>
            <a:r>
              <a:rPr lang="en-US" altLang="ko-KR" sz="1200" b="1">
                <a:solidFill>
                  <a:srgbClr val="FF0000"/>
                </a:solidFill>
              </a:rPr>
              <a:t>.</a:t>
            </a:r>
          </a:p>
          <a:p>
            <a:endParaRPr lang="en-US" altLang="ko-KR" sz="1200" b="1" i="1"/>
          </a:p>
          <a:p>
            <a:r>
              <a:rPr lang="ko-KR" altLang="ko-KR" sz="1200" b="1" i="1"/>
              <a:t>&lt;!-- 260608 메인 배너 수정 --&gt;</a:t>
            </a:r>
            <a:endParaRPr lang="en-US" altLang="ko-KR" sz="1200" b="1" i="1"/>
          </a:p>
          <a:p>
            <a:r>
              <a:rPr lang="en-US" altLang="ko-KR" sz="1200"/>
              <a:t>	</a:t>
            </a:r>
            <a:r>
              <a:rPr lang="ko-KR" altLang="ko-KR" sz="1200"/>
              <a:t>&lt;div class="main-company-info bg-light-grey pt-100 pb-100"&gt;</a:t>
            </a:r>
            <a:endParaRPr lang="en-US" altLang="ko-KR" sz="1200"/>
          </a:p>
          <a:p>
            <a:r>
              <a:rPr lang="en-US" altLang="ko-KR" sz="1200"/>
              <a:t>		…</a:t>
            </a:r>
          </a:p>
          <a:p>
            <a:r>
              <a:rPr lang="en-US" altLang="ko-KR" sz="1200"/>
              <a:t>		…</a:t>
            </a:r>
          </a:p>
          <a:p>
            <a:r>
              <a:rPr lang="en-US" altLang="ko-KR" sz="1200"/>
              <a:t>		…</a:t>
            </a:r>
          </a:p>
          <a:p>
            <a:r>
              <a:rPr lang="en-US" altLang="ko-KR" sz="1200"/>
              <a:t>	</a:t>
            </a:r>
            <a:r>
              <a:rPr lang="ko-KR" altLang="ko-KR" sz="1200"/>
              <a:t>&lt;/div&gt;</a:t>
            </a:r>
          </a:p>
          <a:p>
            <a:r>
              <a:rPr lang="ko-KR" altLang="ko-KR" sz="1200" b="1" i="1"/>
              <a:t>&lt;!-- // 260608 메인 배너 수정 --&gt;</a:t>
            </a:r>
            <a:endParaRPr lang="en-US" altLang="ko-KR" sz="1200" b="1" i="1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B73F018-2884-975D-C48B-F1AD8C23B1F1}"/>
              </a:ext>
            </a:extLst>
          </p:cNvPr>
          <p:cNvGrpSpPr/>
          <p:nvPr/>
        </p:nvGrpSpPr>
        <p:grpSpPr>
          <a:xfrm>
            <a:off x="606357" y="3372375"/>
            <a:ext cx="11028920" cy="2947544"/>
            <a:chOff x="606357" y="3372375"/>
            <a:chExt cx="11028920" cy="294754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D928AD1-A565-FF5E-D545-D53305239E74}"/>
                </a:ext>
              </a:extLst>
            </p:cNvPr>
            <p:cNvGrpSpPr/>
            <p:nvPr/>
          </p:nvGrpSpPr>
          <p:grpSpPr>
            <a:xfrm>
              <a:off x="3456123" y="3372375"/>
              <a:ext cx="2681977" cy="2929129"/>
              <a:chOff x="3252666" y="3372375"/>
              <a:chExt cx="2681977" cy="2929129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19191EA6-18AF-E775-8E40-679A355E26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52666" y="3791228"/>
                <a:ext cx="2681977" cy="251027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872A2D-EAE5-84F4-E04B-87DDDDD7761F}"/>
                  </a:ext>
                </a:extLst>
              </p:cNvPr>
              <p:cNvSpPr txBox="1"/>
              <p:nvPr/>
            </p:nvSpPr>
            <p:spPr>
              <a:xfrm>
                <a:off x="3252666" y="3372375"/>
                <a:ext cx="54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EN</a:t>
                </a:r>
                <a:endParaRPr lang="ko-KR" altLang="en-US"/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D1702D4-797A-ABDB-2063-4B1A118C00B6}"/>
                </a:ext>
              </a:extLst>
            </p:cNvPr>
            <p:cNvGrpSpPr/>
            <p:nvPr/>
          </p:nvGrpSpPr>
          <p:grpSpPr>
            <a:xfrm>
              <a:off x="6454770" y="3372375"/>
              <a:ext cx="2360919" cy="2947543"/>
              <a:chOff x="6164290" y="3372375"/>
              <a:chExt cx="2360919" cy="2947543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B4F4A322-3CFA-1265-91A1-4C5E070D28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64290" y="3783392"/>
                <a:ext cx="2360919" cy="253652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66BB59-C9B4-EF13-35CF-0B57B66EF72B}"/>
                  </a:ext>
                </a:extLst>
              </p:cNvPr>
              <p:cNvSpPr txBox="1"/>
              <p:nvPr/>
            </p:nvSpPr>
            <p:spPr>
              <a:xfrm>
                <a:off x="6164290" y="3372375"/>
                <a:ext cx="54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ES</a:t>
                </a:r>
                <a:endParaRPr lang="ko-KR" altLang="en-US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E2E0FB04-1826-93EA-299A-11F1631334A8}"/>
                </a:ext>
              </a:extLst>
            </p:cNvPr>
            <p:cNvGrpSpPr/>
            <p:nvPr/>
          </p:nvGrpSpPr>
          <p:grpSpPr>
            <a:xfrm>
              <a:off x="9132360" y="3372375"/>
              <a:ext cx="2502917" cy="2947544"/>
              <a:chOff x="9132360" y="3372375"/>
              <a:chExt cx="2502917" cy="2947544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3CE21ECA-F33F-D795-5258-3E8E82F3DB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32360" y="3791228"/>
                <a:ext cx="2502917" cy="2528691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FE47E7-F7D5-4CBB-32D2-29F351F93CD9}"/>
                  </a:ext>
                </a:extLst>
              </p:cNvPr>
              <p:cNvSpPr txBox="1"/>
              <p:nvPr/>
            </p:nvSpPr>
            <p:spPr>
              <a:xfrm>
                <a:off x="9132360" y="3372375"/>
                <a:ext cx="54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VN</a:t>
                </a:r>
                <a:endParaRPr lang="ko-KR" altLang="en-US"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C79BAE07-10DE-4F54-BEC1-29768546E249}"/>
                </a:ext>
              </a:extLst>
            </p:cNvPr>
            <p:cNvGrpSpPr/>
            <p:nvPr/>
          </p:nvGrpSpPr>
          <p:grpSpPr>
            <a:xfrm>
              <a:off x="606357" y="3372375"/>
              <a:ext cx="2533096" cy="2921292"/>
              <a:chOff x="606357" y="3372375"/>
              <a:chExt cx="2533096" cy="292129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9F6124-51C4-D1EF-0B63-7D5CC3A8C1FD}"/>
                  </a:ext>
                </a:extLst>
              </p:cNvPr>
              <p:cNvSpPr txBox="1"/>
              <p:nvPr/>
            </p:nvSpPr>
            <p:spPr>
              <a:xfrm>
                <a:off x="612042" y="3372375"/>
                <a:ext cx="54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KR</a:t>
                </a:r>
                <a:endParaRPr lang="ko-KR" altLang="en-US"/>
              </a:p>
            </p:txBody>
          </p:sp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C2E6EA83-DE45-2EC0-31D6-6582A2528B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357" y="3783392"/>
                <a:ext cx="2533096" cy="25102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7327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0BF1-BAD6-A1CA-E836-77DD8C0B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37590-3760-52EC-484B-F5E41C8B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48" y="164773"/>
            <a:ext cx="11706835" cy="504180"/>
          </a:xfrm>
        </p:spPr>
        <p:txBody>
          <a:bodyPr>
            <a:normAutofit/>
          </a:bodyPr>
          <a:lstStyle/>
          <a:p>
            <a:r>
              <a:rPr lang="en-US" altLang="ko-KR" sz="2400" b="1"/>
              <a:t>2. css</a:t>
            </a:r>
            <a:endParaRPr lang="ko-KR" altLang="en-US" sz="2400" b="1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109B2E7-E9DD-75CA-11F6-8EAADDD2C813}"/>
              </a:ext>
            </a:extLst>
          </p:cNvPr>
          <p:cNvGrpSpPr/>
          <p:nvPr/>
        </p:nvGrpSpPr>
        <p:grpSpPr>
          <a:xfrm>
            <a:off x="7031286" y="1802913"/>
            <a:ext cx="2373862" cy="3889017"/>
            <a:chOff x="4897205" y="1490304"/>
            <a:chExt cx="2057506" cy="343438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DFB7EC9-FA82-366C-1DD8-F21F61F3E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7205" y="1705078"/>
              <a:ext cx="2057506" cy="321961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6FCD24-6748-B89F-7646-C097AFD32908}"/>
                </a:ext>
              </a:extLst>
            </p:cNvPr>
            <p:cNvSpPr txBox="1"/>
            <p:nvPr/>
          </p:nvSpPr>
          <p:spPr>
            <a:xfrm>
              <a:off x="6334028" y="1490304"/>
              <a:ext cx="62068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/>
                <a:t>mian.css</a:t>
              </a:r>
              <a:endParaRPr lang="ko-KR" altLang="en-US" sz="90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5A2EB16-17AB-545F-D8A6-64258E7BC070}"/>
              </a:ext>
            </a:extLst>
          </p:cNvPr>
          <p:cNvSpPr txBox="1"/>
          <p:nvPr/>
        </p:nvSpPr>
        <p:spPr>
          <a:xfrm>
            <a:off x="606357" y="883442"/>
            <a:ext cx="5626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rgbClr val="FF0000"/>
                </a:solidFill>
              </a:rPr>
              <a:t>* </a:t>
            </a:r>
            <a:r>
              <a:rPr lang="ko-KR" altLang="en-US" sz="1200" b="1">
                <a:solidFill>
                  <a:srgbClr val="FF0000"/>
                </a:solidFill>
              </a:rPr>
              <a:t>새로 추가하지 않고 기존 스타일을 수정해 주세요</a:t>
            </a:r>
            <a:r>
              <a:rPr lang="en-US" altLang="ko-KR" sz="1200" b="1">
                <a:solidFill>
                  <a:srgbClr val="FF0000"/>
                </a:solidFill>
              </a:rPr>
              <a:t>.</a:t>
            </a:r>
            <a:endParaRPr lang="en-US" altLang="ko-KR" sz="1200" b="1" i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1251C-8BA5-92BF-CFEB-99538948A1AB}"/>
              </a:ext>
            </a:extLst>
          </p:cNvPr>
          <p:cNvSpPr txBox="1"/>
          <p:nvPr/>
        </p:nvSpPr>
        <p:spPr>
          <a:xfrm>
            <a:off x="3197421" y="1525914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As-is</a:t>
            </a:r>
            <a:endParaRPr lang="ko-KR" altLang="en-US" sz="120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CE43B21-D994-A82A-BB23-5C343925FADD}"/>
              </a:ext>
            </a:extLst>
          </p:cNvPr>
          <p:cNvGrpSpPr/>
          <p:nvPr/>
        </p:nvGrpSpPr>
        <p:grpSpPr>
          <a:xfrm>
            <a:off x="1819724" y="2046118"/>
            <a:ext cx="3040877" cy="1495906"/>
            <a:chOff x="885595" y="1891804"/>
            <a:chExt cx="3040877" cy="1495906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C893B40-782D-8573-EF57-396517B59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7194" y="1891804"/>
              <a:ext cx="2373862" cy="933390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4632C15-656B-70F9-C03A-BA0636CFE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7194" y="2943883"/>
              <a:ext cx="2379278" cy="443827"/>
            </a:xfrm>
            <a:prstGeom prst="rect">
              <a:avLst/>
            </a:prstGeom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7CEEB79-0786-6E7C-6B1F-896AC4581E7B}"/>
                </a:ext>
              </a:extLst>
            </p:cNvPr>
            <p:cNvGrpSpPr/>
            <p:nvPr/>
          </p:nvGrpSpPr>
          <p:grpSpPr>
            <a:xfrm>
              <a:off x="885595" y="2184284"/>
              <a:ext cx="539873" cy="981512"/>
              <a:chOff x="885595" y="2184284"/>
              <a:chExt cx="539873" cy="981512"/>
            </a:xfrm>
          </p:grpSpPr>
          <p:sp>
            <p:nvSpPr>
              <p:cNvPr id="9" name="왼쪽 중괄호 8">
                <a:extLst>
                  <a:ext uri="{FF2B5EF4-FFF2-40B4-BE49-F238E27FC236}">
                    <a16:creationId xmlns:a16="http://schemas.microsoft.com/office/drawing/2014/main" id="{A842C205-9C99-A661-FAD6-9F4197C27826}"/>
                  </a:ext>
                </a:extLst>
              </p:cNvPr>
              <p:cNvSpPr/>
              <p:nvPr/>
            </p:nvSpPr>
            <p:spPr>
              <a:xfrm>
                <a:off x="1317072" y="2184284"/>
                <a:ext cx="108396" cy="981512"/>
              </a:xfrm>
              <a:prstGeom prst="leftBrace">
                <a:avLst>
                  <a:gd name="adj1" fmla="val 109435"/>
                  <a:gd name="adj2" fmla="val 50427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6B0684-1AD5-206C-F64C-C04C23520F47}"/>
                  </a:ext>
                </a:extLst>
              </p:cNvPr>
              <p:cNvSpPr txBox="1"/>
              <p:nvPr/>
            </p:nvSpPr>
            <p:spPr>
              <a:xfrm>
                <a:off x="885595" y="2536540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/>
                  <a:t>PC</a:t>
                </a:r>
                <a:endParaRPr lang="ko-KR" altLang="en-US" sz="120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AD49215-061B-27CF-B099-FB50C856D940}"/>
              </a:ext>
            </a:extLst>
          </p:cNvPr>
          <p:cNvGrpSpPr/>
          <p:nvPr/>
        </p:nvGrpSpPr>
        <p:grpSpPr>
          <a:xfrm>
            <a:off x="1819724" y="4146061"/>
            <a:ext cx="3078387" cy="1545869"/>
            <a:chOff x="885595" y="3828162"/>
            <a:chExt cx="3078387" cy="1545869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4E5F415-7822-481E-602A-FEA1170A8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47194" y="3828162"/>
              <a:ext cx="2383477" cy="66207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F189810-130A-67E7-9E79-17AFA10DB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47194" y="4711953"/>
              <a:ext cx="2416788" cy="662078"/>
            </a:xfrm>
            <a:prstGeom prst="rect">
              <a:avLst/>
            </a:prstGeom>
          </p:spPr>
        </p:pic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8E02619E-CE0C-7BA5-3556-D706ECB0EDBE}"/>
                </a:ext>
              </a:extLst>
            </p:cNvPr>
            <p:cNvGrpSpPr/>
            <p:nvPr/>
          </p:nvGrpSpPr>
          <p:grpSpPr>
            <a:xfrm>
              <a:off x="885595" y="4159200"/>
              <a:ext cx="539873" cy="981512"/>
              <a:chOff x="885595" y="2184284"/>
              <a:chExt cx="539873" cy="981512"/>
            </a:xfrm>
          </p:grpSpPr>
          <p:sp>
            <p:nvSpPr>
              <p:cNvPr id="13" name="왼쪽 중괄호 12">
                <a:extLst>
                  <a:ext uri="{FF2B5EF4-FFF2-40B4-BE49-F238E27FC236}">
                    <a16:creationId xmlns:a16="http://schemas.microsoft.com/office/drawing/2014/main" id="{6C7897F5-A1F3-E71B-F946-2CA3EAE93CF2}"/>
                  </a:ext>
                </a:extLst>
              </p:cNvPr>
              <p:cNvSpPr/>
              <p:nvPr/>
            </p:nvSpPr>
            <p:spPr>
              <a:xfrm>
                <a:off x="1317072" y="2184284"/>
                <a:ext cx="108396" cy="981512"/>
              </a:xfrm>
              <a:prstGeom prst="leftBrace">
                <a:avLst>
                  <a:gd name="adj1" fmla="val 109435"/>
                  <a:gd name="adj2" fmla="val 50427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676DC0-2364-FB0E-CEA1-757CAE0F02C7}"/>
                  </a:ext>
                </a:extLst>
              </p:cNvPr>
              <p:cNvSpPr txBox="1"/>
              <p:nvPr/>
            </p:nvSpPr>
            <p:spPr>
              <a:xfrm>
                <a:off x="885595" y="2536540"/>
                <a:ext cx="4443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/>
                  <a:t>MO</a:t>
                </a:r>
                <a:endParaRPr lang="ko-KR" altLang="en-US" sz="1200"/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0605B4C-1C36-2D7A-FA25-BEBC8256757C}"/>
              </a:ext>
            </a:extLst>
          </p:cNvPr>
          <p:cNvSpPr txBox="1"/>
          <p:nvPr/>
        </p:nvSpPr>
        <p:spPr>
          <a:xfrm>
            <a:off x="7969541" y="1525914"/>
            <a:ext cx="579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To-be</a:t>
            </a:r>
            <a:endParaRPr lang="ko-KR" altLang="en-US" sz="120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2000456-9094-B831-312F-DEF3C0304707}"/>
              </a:ext>
            </a:extLst>
          </p:cNvPr>
          <p:cNvGrpSpPr/>
          <p:nvPr/>
        </p:nvGrpSpPr>
        <p:grpSpPr>
          <a:xfrm>
            <a:off x="9543090" y="2284558"/>
            <a:ext cx="622176" cy="1103152"/>
            <a:chOff x="9555060" y="2281806"/>
            <a:chExt cx="571050" cy="883990"/>
          </a:xfrm>
        </p:grpSpPr>
        <p:sp>
          <p:nvSpPr>
            <p:cNvPr id="19" name="오른쪽 중괄호 18">
              <a:extLst>
                <a:ext uri="{FF2B5EF4-FFF2-40B4-BE49-F238E27FC236}">
                  <a16:creationId xmlns:a16="http://schemas.microsoft.com/office/drawing/2014/main" id="{5F991368-9D6E-50BF-9334-7F267AA1FB21}"/>
                </a:ext>
              </a:extLst>
            </p:cNvPr>
            <p:cNvSpPr/>
            <p:nvPr/>
          </p:nvSpPr>
          <p:spPr>
            <a:xfrm>
              <a:off x="9555060" y="2281806"/>
              <a:ext cx="144330" cy="883990"/>
            </a:xfrm>
            <a:prstGeom prst="rightBrace">
              <a:avLst>
                <a:gd name="adj1" fmla="val 69473"/>
                <a:gd name="adj2" fmla="val 50000"/>
              </a:avLst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B3BBB7C-9D98-E9C1-D000-5C12DA32B1EF}"/>
                </a:ext>
              </a:extLst>
            </p:cNvPr>
            <p:cNvSpPr txBox="1"/>
            <p:nvPr/>
          </p:nvSpPr>
          <p:spPr>
            <a:xfrm>
              <a:off x="9755496" y="2585301"/>
              <a:ext cx="3706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PC</a:t>
              </a:r>
              <a:endParaRPr lang="ko-KR" altLang="en-US" sz="120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1E67E98-7172-C29D-4C32-7F90E41A0B63}"/>
              </a:ext>
            </a:extLst>
          </p:cNvPr>
          <p:cNvGrpSpPr/>
          <p:nvPr/>
        </p:nvGrpSpPr>
        <p:grpSpPr>
          <a:xfrm>
            <a:off x="9536489" y="4098379"/>
            <a:ext cx="702515" cy="1103152"/>
            <a:chOff x="9555060" y="2281806"/>
            <a:chExt cx="644788" cy="883990"/>
          </a:xfrm>
        </p:grpSpPr>
        <p:sp>
          <p:nvSpPr>
            <p:cNvPr id="28" name="오른쪽 중괄호 27">
              <a:extLst>
                <a:ext uri="{FF2B5EF4-FFF2-40B4-BE49-F238E27FC236}">
                  <a16:creationId xmlns:a16="http://schemas.microsoft.com/office/drawing/2014/main" id="{ABD2ED9E-8C7D-CF26-BCEB-4C03C94D95C0}"/>
                </a:ext>
              </a:extLst>
            </p:cNvPr>
            <p:cNvSpPr/>
            <p:nvPr/>
          </p:nvSpPr>
          <p:spPr>
            <a:xfrm>
              <a:off x="9555060" y="2281806"/>
              <a:ext cx="144330" cy="883990"/>
            </a:xfrm>
            <a:prstGeom prst="rightBrace">
              <a:avLst>
                <a:gd name="adj1" fmla="val 69473"/>
                <a:gd name="adj2" fmla="val 50000"/>
              </a:avLst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DCB1B04-63F0-9FAD-0C52-42892937C389}"/>
                </a:ext>
              </a:extLst>
            </p:cNvPr>
            <p:cNvSpPr txBox="1"/>
            <p:nvPr/>
          </p:nvSpPr>
          <p:spPr>
            <a:xfrm>
              <a:off x="9755496" y="2585301"/>
              <a:ext cx="444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/>
                <a:t>MO</a:t>
              </a:r>
              <a:endParaRPr lang="ko-KR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493347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49C8F-F4FE-2154-AB0F-20DD06C1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288E9-84A9-DA81-FE12-64F7A3470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6402"/>
            <a:ext cx="9144000" cy="892598"/>
          </a:xfrm>
        </p:spPr>
        <p:txBody>
          <a:bodyPr>
            <a:normAutofit/>
          </a:bodyPr>
          <a:lstStyle/>
          <a:p>
            <a:r>
              <a:rPr lang="en-US" altLang="ko-KR" sz="4000"/>
              <a:t>END</a:t>
            </a:r>
            <a:endParaRPr lang="ko-KR" altLang="en-US" sz="4000"/>
          </a:p>
        </p:txBody>
      </p:sp>
    </p:spTree>
    <p:extLst>
      <p:ext uri="{BB962C8B-B14F-4D97-AF65-F5344CB8AC3E}">
        <p14:creationId xmlns:p14="http://schemas.microsoft.com/office/powerpoint/2010/main" val="4149960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80</Words>
  <Application>Microsoft Office PowerPoint</Application>
  <PresentationFormat>와이드스크린</PresentationFormat>
  <Paragraphs>26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메인 h1 개선 퍼블리싱 가이드</vt:lpstr>
      <vt:lpstr>1. html</vt:lpstr>
      <vt:lpstr>2. css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Heesoon Park</dc:creator>
  <cp:lastModifiedBy>Heesoon Park</cp:lastModifiedBy>
  <cp:revision>15</cp:revision>
  <dcterms:created xsi:type="dcterms:W3CDTF">2026-06-05T08:35:20Z</dcterms:created>
  <dcterms:modified xsi:type="dcterms:W3CDTF">2026-06-08T01:38:01Z</dcterms:modified>
</cp:coreProperties>
</file>