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3" autoAdjust="0"/>
  </p:normalViewPr>
  <p:slideViewPr>
    <p:cSldViewPr snapToGrid="0">
      <p:cViewPr varScale="1">
        <p:scale>
          <a:sx n="152" d="100"/>
          <a:sy n="152" d="100"/>
        </p:scale>
        <p:origin x="576" y="1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5755A-BF0A-456D-BB57-2ABB5CEDBAE7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ED9E3-9A82-4365-9D83-00121A18D2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297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ED9E3-9A82-4365-9D83-00121A18D24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4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DDA1C0-D0CE-7C1C-1E10-7AF76C635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7FF405-9822-89F9-8297-DA01DAA07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917E00-3C08-E72D-CBFB-0714848A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33E999-096B-4778-63A9-B90BD46FC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9CDC28-CE0E-181A-CA83-06B2F4575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4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0FC7F-4C85-05CF-79CD-BE19918EC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738342-8014-731F-6BB6-7D09EAD79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490A4-9714-253D-0C9C-D96D0FFED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65DD7A-F598-8FD5-4327-3D3437AA9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FE5DB3-8FB6-CD5E-8476-5706F5FFB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98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72970D-AF26-13E2-D932-981B23C6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AA0D15-9E96-C702-2D39-09501838C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C6BAC8-489D-8CC3-F836-8A5875A32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D7E5B3-C5C4-CC59-B7B0-2EB9AEDA3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4BA6C2-F8A0-36A1-CC0E-4A94807CC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480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47772-F09E-437D-4356-144C636E7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11B275-84B6-7F77-6B17-245EF6BD06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E9C40C-E705-2227-2FBF-23E86CBF3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ACEE9C-DA67-D608-663D-2AC619F2A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570BF5-0F9C-4CED-5E76-B5FD8EA2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5F6563-535A-F1DE-8301-47C1F6759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55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14446D-F369-4EBA-280C-DD010D21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0BFC2B-3CA2-F9B4-8210-F260152D5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7BD3E1-1A01-E49A-B3EC-76345F155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36C76F-16C0-E5AE-EAA2-0C4A263B5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740086-70F1-54B6-6FA5-5E962AF14F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A0DD4E-3658-C098-A7FD-B1ADDA2F6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A20BD4-12CD-AE54-7867-0F5FD7485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1CCF37-F272-5C40-0F09-57CF791BD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45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30C97D-3A3C-3002-5111-EF3965AF6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90A920-ECF0-6DC7-6047-347D3189A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4FED19-7314-4246-F374-330DA1F3F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D3480C-041D-971E-460F-DC5F39BA8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493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3E30FC-720B-989D-2F35-D4D3BBA2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01EBD8-FB40-445E-8CED-B1B8B9804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8BB7FB-9871-FFE1-B9AE-1B9D6C46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39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04781-79A4-DD6D-D450-81B774A3D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2D28E2-66A4-3E5B-6286-A14B18F9A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BC6433-5821-21D2-7BC4-510252606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94FE62-8376-5FB8-3DBB-845DC4583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B0C357-D1DD-6FA5-D600-9C2E2542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0EB48C-6DB7-CA37-0C9C-2BBD8DFFF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416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56465-90E0-0743-7C1D-F5110A82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678C02B-143F-CC98-10EF-5395D48DB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59944E-C04A-30EA-EA69-A54343CDE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827C14-D320-06EB-03D5-3203B543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64E109-3A11-62B7-0F6B-F632EEA4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B0A760-FDD8-D5E8-84FC-F0A97F17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615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21DFF-4D0B-DDE8-F4DC-B2AC9721A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FD583D-7373-2394-8257-8F2115C6D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4C85D2-3E3F-62EC-F721-556BA0FBA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143A5E-35FF-7CDD-0916-386DE767E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1FBEEC-7AAE-7C36-ACBE-B29B2D28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895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6C2EF82-E9C9-D841-C4E2-2504D11DA4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1E7D1F-E1AF-CF81-E7BC-B5BE48FE2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D4D8D-9979-17CF-D9FA-310777BAD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475A5E-A71C-2D8F-13D1-5DEB0D8B4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FFA157-3C99-85BA-5CAE-D8DD64280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862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FF7161-9341-F02E-8D40-BD3052EF1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CCFA60-4D72-BD37-BA0D-6C70ACCD7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C8960D-BC71-9A71-7C80-6EFC493778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6B12F5-B642-6924-6BD4-1119FDEEC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65194F-C55B-9807-4247-497EEA86A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93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3E9D86-4FAA-9B54-6F44-34ABFCAAC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67238"/>
            <a:ext cx="9144000" cy="1676777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ko-KR" altLang="en-US" sz="4000"/>
              <a:t>메인화면 프로모션</a:t>
            </a:r>
            <a:br>
              <a:rPr lang="en-US" altLang="ko-KR" sz="4000"/>
            </a:br>
            <a:r>
              <a:rPr lang="ko-KR" altLang="en-US" sz="4000"/>
              <a:t>퍼블리싱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D541EE-E6D5-184E-99A3-15F5153B95B8}"/>
              </a:ext>
            </a:extLst>
          </p:cNvPr>
          <p:cNvSpPr txBox="1"/>
          <p:nvPr/>
        </p:nvSpPr>
        <p:spPr>
          <a:xfrm>
            <a:off x="11210617" y="6506931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2026-07-21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866654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6A545-E158-EF6F-33A7-83DD0B077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19" y="220747"/>
            <a:ext cx="11568363" cy="549274"/>
          </a:xfrm>
        </p:spPr>
        <p:txBody>
          <a:bodyPr>
            <a:normAutofit/>
          </a:bodyPr>
          <a:lstStyle/>
          <a:p>
            <a:r>
              <a:rPr lang="en-US" altLang="ko-KR" sz="1800" b="1"/>
              <a:t>1. html </a:t>
            </a:r>
            <a:r>
              <a:rPr lang="ko-KR" altLang="en-US" sz="1800" b="1"/>
              <a:t>수정 영역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076A04-7297-E457-477C-66D162BEFEC3}"/>
              </a:ext>
            </a:extLst>
          </p:cNvPr>
          <p:cNvSpPr txBox="1"/>
          <p:nvPr/>
        </p:nvSpPr>
        <p:spPr>
          <a:xfrm>
            <a:off x="3010864" y="1114910"/>
            <a:ext cx="5751896" cy="18050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/>
              <a:t>라이브 중인 프로모션 팝업과 동일한 구조로 진행했습니다</a:t>
            </a:r>
            <a:r>
              <a:rPr lang="en-US" altLang="ko-KR" sz="140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/>
              <a:t>레이어 팝업 닫기 </a:t>
            </a:r>
            <a:r>
              <a:rPr lang="en-US" altLang="ko-KR" sz="1400"/>
              <a:t>button </a:t>
            </a:r>
            <a:r>
              <a:rPr lang="ko-KR" altLang="en-US" sz="1400"/>
              <a:t>태그를 추가해 주세요</a:t>
            </a:r>
            <a:r>
              <a:rPr lang="en-US" altLang="ko-KR" sz="1400"/>
              <a:t>.</a:t>
            </a:r>
          </a:p>
          <a:p>
            <a:pPr>
              <a:lnSpc>
                <a:spcPct val="150000"/>
              </a:lnSpc>
            </a:pPr>
            <a:endParaRPr lang="en-US" altLang="ko-KR" sz="1400"/>
          </a:p>
          <a:p>
            <a:r>
              <a:rPr lang="ko-KR" altLang="ko-KR" sz="1000" i="1"/>
              <a:t>&lt;button type="button" class="btn-popup-close-top" onclick="twoAreasPopupClose(0,event)"&gt;</a:t>
            </a:r>
          </a:p>
          <a:p>
            <a:r>
              <a:rPr lang="ko-KR" altLang="ko-KR" sz="1000" i="1"/>
              <a:t>    &lt;span class="hidden"&gt;레이어 팝업 닫기&lt;/span&gt; &lt;img src="./popup_delete.png" alt="" /&gt;</a:t>
            </a:r>
          </a:p>
          <a:p>
            <a:r>
              <a:rPr lang="ko-KR" altLang="ko-KR" sz="1000" i="1"/>
              <a:t>&lt;/button&gt;</a:t>
            </a:r>
          </a:p>
          <a:p>
            <a:pPr>
              <a:lnSpc>
                <a:spcPct val="150000"/>
              </a:lnSpc>
            </a:pPr>
            <a:endParaRPr lang="en-US" altLang="ko-KR" sz="140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4EF494B-3211-E3EB-86CE-75A4FA91CD11}"/>
              </a:ext>
            </a:extLst>
          </p:cNvPr>
          <p:cNvGrpSpPr/>
          <p:nvPr/>
        </p:nvGrpSpPr>
        <p:grpSpPr>
          <a:xfrm>
            <a:off x="3010864" y="2959843"/>
            <a:ext cx="6064562" cy="2749691"/>
            <a:chOff x="530244" y="1701832"/>
            <a:chExt cx="6064562" cy="274969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3C656F5-CE4D-0D2F-12C4-206476D11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0244" y="1701832"/>
              <a:ext cx="6064562" cy="2749691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9D76490-1677-05F9-8675-CDCEFD269820}"/>
                </a:ext>
              </a:extLst>
            </p:cNvPr>
            <p:cNvSpPr/>
            <p:nvPr/>
          </p:nvSpPr>
          <p:spPr>
            <a:xfrm>
              <a:off x="935371" y="1975606"/>
              <a:ext cx="5352177" cy="45300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4868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E9E25-DE28-EB2D-64AF-C26C2334F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35CA5-2105-958D-2733-8BD4482FA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19" y="220747"/>
            <a:ext cx="11568363" cy="549274"/>
          </a:xfrm>
        </p:spPr>
        <p:txBody>
          <a:bodyPr>
            <a:normAutofit/>
          </a:bodyPr>
          <a:lstStyle/>
          <a:p>
            <a:r>
              <a:rPr lang="en-US" altLang="ko-KR" sz="1800" b="1"/>
              <a:t>2. css </a:t>
            </a:r>
            <a:r>
              <a:rPr lang="ko-KR" altLang="en-US" sz="1800" b="1"/>
              <a:t>수정 영역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775A9-3AC9-91FB-CFB8-E58005ED4C6B}"/>
              </a:ext>
            </a:extLst>
          </p:cNvPr>
          <p:cNvSpPr txBox="1"/>
          <p:nvPr/>
        </p:nvSpPr>
        <p:spPr>
          <a:xfrm>
            <a:off x="519334" y="1014242"/>
            <a:ext cx="4505672" cy="656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/>
              <a:t>PC</a:t>
            </a:r>
            <a:endParaRPr lang="en-US" altLang="ko-KR" sz="1200" b="1"/>
          </a:p>
          <a:p>
            <a:pPr>
              <a:lnSpc>
                <a:spcPct val="150000"/>
              </a:lnSpc>
            </a:pPr>
            <a:r>
              <a:rPr lang="en-US" altLang="ko-KR" sz="1200"/>
              <a:t>1. a </a:t>
            </a:r>
            <a:r>
              <a:rPr lang="ko-KR" altLang="en-US" sz="1200"/>
              <a:t>태그가 이미지 전체를 차지하도록 수정</a:t>
            </a:r>
            <a:endParaRPr lang="en-US" altLang="ko-KR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3F93E-6ECE-CD58-931B-A0CACDDC3937}"/>
              </a:ext>
            </a:extLst>
          </p:cNvPr>
          <p:cNvSpPr txBox="1"/>
          <p:nvPr/>
        </p:nvSpPr>
        <p:spPr>
          <a:xfrm>
            <a:off x="519334" y="3368180"/>
            <a:ext cx="31008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2. </a:t>
            </a:r>
            <a:r>
              <a:rPr lang="ko-KR" altLang="en-US" sz="1200"/>
              <a:t>새로운 </a:t>
            </a:r>
            <a:r>
              <a:rPr lang="en-US" altLang="ko-KR" sz="1200"/>
              <a:t>button </a:t>
            </a:r>
            <a:r>
              <a:rPr lang="ko-KR" altLang="en-US" sz="1200"/>
              <a:t>태그에 대한 스타일 지정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3B14CC0-618D-87CC-7B24-8AAB9BAF7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11" y="3813159"/>
            <a:ext cx="2959252" cy="17399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970F5F-6AED-F66E-D624-672F76A9C145}"/>
              </a:ext>
            </a:extLst>
          </p:cNvPr>
          <p:cNvSpPr txBox="1"/>
          <p:nvPr/>
        </p:nvSpPr>
        <p:spPr>
          <a:xfrm>
            <a:off x="6096000" y="1014242"/>
            <a:ext cx="4505672" cy="656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/>
              <a:t>MO</a:t>
            </a:r>
            <a:endParaRPr lang="en-US" altLang="ko-KR" sz="1200" b="1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a</a:t>
            </a:r>
            <a:r>
              <a:rPr lang="ko-KR" altLang="en-US" sz="1200"/>
              <a:t> 태그의 위치는 </a:t>
            </a:r>
            <a:r>
              <a:rPr lang="en-US" altLang="ko-KR" sz="1200"/>
              <a:t>PC</a:t>
            </a:r>
            <a:r>
              <a:rPr lang="ko-KR" altLang="en-US" sz="1200"/>
              <a:t>와 동일하여 아래 스타일 제거</a:t>
            </a:r>
            <a:endParaRPr lang="en-US" altLang="ko-KR" sz="120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FAA613F-CA3B-1783-5C50-9B8AA22D7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832" y="1816267"/>
            <a:ext cx="2216264" cy="4953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456AA27-CB6B-DC3C-DD5E-A7F032397B49}"/>
              </a:ext>
            </a:extLst>
          </p:cNvPr>
          <p:cNvSpPr txBox="1"/>
          <p:nvPr/>
        </p:nvSpPr>
        <p:spPr>
          <a:xfrm>
            <a:off x="6200250" y="3368180"/>
            <a:ext cx="4139181" cy="567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>
                <a:solidFill>
                  <a:srgbClr val="FF0000"/>
                </a:solidFill>
              </a:rPr>
              <a:t>*</a:t>
            </a:r>
            <a:r>
              <a:rPr lang="ko-KR" altLang="en-US" sz="1050">
                <a:solidFill>
                  <a:srgbClr val="FF0000"/>
                </a:solidFill>
              </a:rPr>
              <a:t>불필요한 스타일은 수정</a:t>
            </a:r>
            <a:r>
              <a:rPr lang="en-US" altLang="ko-KR" sz="1050">
                <a:solidFill>
                  <a:srgbClr val="FF0000"/>
                </a:solidFill>
              </a:rPr>
              <a:t>/</a:t>
            </a:r>
            <a:r>
              <a:rPr lang="ko-KR" altLang="en-US" sz="1050">
                <a:solidFill>
                  <a:srgbClr val="FF0000"/>
                </a:solidFill>
              </a:rPr>
              <a:t>제거 하셔도 됩니다</a:t>
            </a:r>
            <a:r>
              <a:rPr lang="en-US" altLang="ko-KR" sz="1050">
                <a:solidFill>
                  <a:srgbClr val="FF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50">
                <a:solidFill>
                  <a:srgbClr val="FF0000"/>
                </a:solidFill>
              </a:rPr>
              <a:t> 편의에 따라 작업해 주세요</a:t>
            </a:r>
            <a:r>
              <a:rPr lang="en-US" altLang="ko-KR" sz="1050">
                <a:solidFill>
                  <a:srgbClr val="FF0000"/>
                </a:solidFill>
              </a:rPr>
              <a:t>. </a:t>
            </a: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  <a:endParaRPr lang="ko-KR" altLang="en-US" sz="1050">
              <a:solidFill>
                <a:srgbClr val="FF00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A0EA8F4-8519-EE01-64D8-138D05B05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505" y="1839005"/>
            <a:ext cx="2571882" cy="114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6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D292D-FE27-23B6-4E38-7C07C2F3B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FE4EA1-1844-8175-F4F6-1885C5ED6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67238"/>
            <a:ext cx="9144000" cy="1676777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/>
              <a:t>END</a:t>
            </a:r>
            <a:endParaRPr lang="ko-KR" altLang="en-US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1900CC-A89D-2631-43AB-D6A09E311489}"/>
              </a:ext>
            </a:extLst>
          </p:cNvPr>
          <p:cNvSpPr txBox="1"/>
          <p:nvPr/>
        </p:nvSpPr>
        <p:spPr>
          <a:xfrm>
            <a:off x="11210617" y="6506931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2026-07-21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557315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8E1AAB160B544187921169F8AAA93B" ma:contentTypeVersion="12" ma:contentTypeDescription="Create a new document." ma:contentTypeScope="" ma:versionID="a69beb5c3588d130d50c4becf5bcb088">
  <xsd:schema xmlns:xsd="http://www.w3.org/2001/XMLSchema" xmlns:xs="http://www.w3.org/2001/XMLSchema" xmlns:p="http://schemas.microsoft.com/office/2006/metadata/properties" xmlns:ns3="1f6aa215-f86e-436c-b3de-74b50e292994" targetNamespace="http://schemas.microsoft.com/office/2006/metadata/properties" ma:root="true" ma:fieldsID="d9963e5b4eb10e5c652dcfac9ceb7153" ns3:_="">
    <xsd:import namespace="1f6aa215-f86e-436c-b3de-74b50e29299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6aa215-f86e-436c-b3de-74b50e29299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f6aa215-f86e-436c-b3de-74b50e292994" xsi:nil="true"/>
  </documentManagement>
</p:properties>
</file>

<file path=customXml/itemProps1.xml><?xml version="1.0" encoding="utf-8"?>
<ds:datastoreItem xmlns:ds="http://schemas.openxmlformats.org/officeDocument/2006/customXml" ds:itemID="{C85794FB-1C7C-4F10-BA47-AACD342160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6aa215-f86e-436c-b3de-74b50e2929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9A5F13-F6C4-428B-BEC8-1081BFF6DE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3EE79D-6DFE-4CC2-AED6-ABD4BD5E3492}">
  <ds:schemaRefs>
    <ds:schemaRef ds:uri="http://schemas.microsoft.com/office/2006/metadata/properties"/>
    <ds:schemaRef ds:uri="http://schemas.microsoft.com/office/infopath/2007/PartnerControls"/>
    <ds:schemaRef ds:uri="1f6aa215-f86e-436c-b3de-74b50e29299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125</Words>
  <Application>Microsoft Office PowerPoint</Application>
  <PresentationFormat>와이드스크린</PresentationFormat>
  <Paragraphs>20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메인화면 프로모션 퍼블리싱 가이드</vt:lpstr>
      <vt:lpstr>1. html 수정 영역</vt:lpstr>
      <vt:lpstr>2. css 수정 영역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Heesoon Park</dc:creator>
  <cp:lastModifiedBy>Heesoon Park</cp:lastModifiedBy>
  <cp:revision>38</cp:revision>
  <dcterms:created xsi:type="dcterms:W3CDTF">2026-07-21T01:56:57Z</dcterms:created>
  <dcterms:modified xsi:type="dcterms:W3CDTF">2026-07-21T07:39:04Z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0x010100998E1AAB160B544187921169F8AAA93B</vt:lpwstr>
  </property>
</Properties>
</file>