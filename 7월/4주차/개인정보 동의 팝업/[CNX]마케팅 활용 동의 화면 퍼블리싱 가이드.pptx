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3" autoAdjust="0"/>
  </p:normalViewPr>
  <p:slideViewPr>
    <p:cSldViewPr snapToGrid="0">
      <p:cViewPr varScale="1">
        <p:scale>
          <a:sx n="152" d="100"/>
          <a:sy n="152" d="100"/>
        </p:scale>
        <p:origin x="576" y="1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5755A-BF0A-456D-BB57-2ABB5CEDBAE7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ED9E3-9A82-4365-9D83-00121A18D2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297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ED9E3-9A82-4365-9D83-00121A18D24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4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DDA1C0-D0CE-7C1C-1E10-7AF76C635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7FF405-9822-89F9-8297-DA01DAA07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917E00-3C08-E72D-CBFB-0714848A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33E999-096B-4778-63A9-B90BD46FC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9CDC28-CE0E-181A-CA83-06B2F4575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4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0FC7F-4C85-05CF-79CD-BE19918EC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738342-8014-731F-6BB6-7D09EAD79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490A4-9714-253D-0C9C-D96D0FFED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65DD7A-F598-8FD5-4327-3D3437AA9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FE5DB3-8FB6-CD5E-8476-5706F5FFB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98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72970D-AF26-13E2-D932-981B23C6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AA0D15-9E96-C702-2D39-09501838C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C6BAC8-489D-8CC3-F836-8A5875A32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D7E5B3-C5C4-CC59-B7B0-2EB9AEDA3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4BA6C2-F8A0-36A1-CC0E-4A94807C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480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47772-F09E-437D-4356-144C636E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11B275-84B6-7F77-6B17-245EF6BD06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E9C40C-E705-2227-2FBF-23E86CBF3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ACEE9C-DA67-D608-663D-2AC619F2A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570BF5-0F9C-4CED-5E76-B5FD8EA2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5F6563-535A-F1DE-8301-47C1F6759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55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14446D-F369-4EBA-280C-DD010D21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0BFC2B-3CA2-F9B4-8210-F260152D5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7BD3E1-1A01-E49A-B3EC-76345F155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36C76F-16C0-E5AE-EAA2-0C4A263B5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740086-70F1-54B6-6FA5-5E962AF14F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A0DD4E-3658-C098-A7FD-B1ADDA2F6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A20BD4-12CD-AE54-7867-0F5FD748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1CCF37-F272-5C40-0F09-57CF791BD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45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0C97D-3A3C-3002-5111-EF3965AF6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90A920-ECF0-6DC7-6047-347D3189A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4FED19-7314-4246-F374-330DA1F3F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D3480C-041D-971E-460F-DC5F39BA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493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3E30FC-720B-989D-2F35-D4D3BBA2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01EBD8-FB40-445E-8CED-B1B8B9804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8BB7FB-9871-FFE1-B9AE-1B9D6C46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39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04781-79A4-DD6D-D450-81B774A3D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2D28E2-66A4-3E5B-6286-A14B18F9A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BC6433-5821-21D2-7BC4-510252606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94FE62-8376-5FB8-3DBB-845DC4583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B0C357-D1DD-6FA5-D600-9C2E2542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0EB48C-6DB7-CA37-0C9C-2BBD8DFFF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416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56465-90E0-0743-7C1D-F5110A82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678C02B-143F-CC98-10EF-5395D48DB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59944E-C04A-30EA-EA69-A54343CDE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827C14-D320-06EB-03D5-3203B543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64E109-3A11-62B7-0F6B-F632EEA4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B0A760-FDD8-D5E8-84FC-F0A97F17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615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21DFF-4D0B-DDE8-F4DC-B2AC9721A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FD583D-7373-2394-8257-8F2115C6D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4C85D2-3E3F-62EC-F721-556BA0FBA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143A5E-35FF-7CDD-0916-386DE767E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1FBEEC-7AAE-7C36-ACBE-B29B2D28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895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6C2EF82-E9C9-D841-C4E2-2504D11DA4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1E7D1F-E1AF-CF81-E7BC-B5BE48FE2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D4D8D-9979-17CF-D9FA-310777BAD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475A5E-A71C-2D8F-13D1-5DEB0D8B4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FFA157-3C99-85BA-5CAE-D8DD64280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862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FF7161-9341-F02E-8D40-BD3052EF1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CCFA60-4D72-BD37-BA0D-6C70ACCD7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C8960D-BC71-9A71-7C80-6EFC49377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EB71D2-8033-4C68-BEEC-22B0F641BE45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6B12F5-B642-6924-6BD4-1119FDEEC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65194F-C55B-9807-4247-497EEA86A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76B7C-3FCB-4694-B13B-F84E3AABB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93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3E9D86-4FAA-9B54-6F44-34ABFCAAC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67238"/>
            <a:ext cx="9144000" cy="1676777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ko-KR" altLang="en-US" sz="4000"/>
              <a:t>마케팅 활용 동의 화면</a:t>
            </a:r>
            <a:br>
              <a:rPr lang="en-US" altLang="ko-KR" sz="4000"/>
            </a:br>
            <a:r>
              <a:rPr lang="ko-KR" altLang="en-US" sz="4000"/>
              <a:t>퍼블리싱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D541EE-E6D5-184E-99A3-15F5153B95B8}"/>
              </a:ext>
            </a:extLst>
          </p:cNvPr>
          <p:cNvSpPr txBox="1"/>
          <p:nvPr/>
        </p:nvSpPr>
        <p:spPr>
          <a:xfrm>
            <a:off x="11210617" y="6506931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2026-07-21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866654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6A545-E158-EF6F-33A7-83DD0B077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19" y="220747"/>
            <a:ext cx="11568363" cy="549274"/>
          </a:xfrm>
        </p:spPr>
        <p:txBody>
          <a:bodyPr>
            <a:normAutofit/>
          </a:bodyPr>
          <a:lstStyle/>
          <a:p>
            <a:r>
              <a:rPr lang="en-US" altLang="ko-KR" sz="1800" b="1"/>
              <a:t>1. case1</a:t>
            </a:r>
            <a:r>
              <a:rPr lang="ko-KR" altLang="en-US" sz="1800" b="1"/>
              <a:t> </a:t>
            </a:r>
            <a:r>
              <a:rPr lang="en-US" altLang="ko-KR" sz="1800" b="1"/>
              <a:t>:</a:t>
            </a:r>
            <a:r>
              <a:rPr lang="ko-KR" altLang="en-US" sz="1800" b="1"/>
              <a:t> 완료 화면으로 이동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6D3805-253D-CCDD-8E7B-8398436A7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057" y="2242858"/>
            <a:ext cx="2773905" cy="27101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076A04-7297-E457-477C-66D162BEFEC3}"/>
              </a:ext>
            </a:extLst>
          </p:cNvPr>
          <p:cNvSpPr txBox="1"/>
          <p:nvPr/>
        </p:nvSpPr>
        <p:spPr>
          <a:xfrm>
            <a:off x="376721" y="1014242"/>
            <a:ext cx="4250202" cy="373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/>
              <a:t>사용 파일 </a:t>
            </a:r>
            <a:r>
              <a:rPr lang="en-US" altLang="ko-KR" sz="1400"/>
              <a:t>: marketing_01.html, marketing_01.css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20793-E09A-2667-990F-AEB5D83CB952}"/>
              </a:ext>
            </a:extLst>
          </p:cNvPr>
          <p:cNvSpPr txBox="1"/>
          <p:nvPr/>
        </p:nvSpPr>
        <p:spPr>
          <a:xfrm>
            <a:off x="376721" y="1632348"/>
            <a:ext cx="4019788" cy="545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/>
              <a:t>html : </a:t>
            </a:r>
            <a:r>
              <a:rPr lang="ko-KR" altLang="en-US" sz="1050"/>
              <a:t>기존 코드에서 </a:t>
            </a:r>
            <a:r>
              <a:rPr lang="en-US" altLang="ko-KR" sz="1050" i="1">
                <a:solidFill>
                  <a:schemeClr val="tx1">
                    <a:lumMod val="50000"/>
                    <a:lumOff val="50000"/>
                  </a:schemeClr>
                </a:solidFill>
              </a:rPr>
              <a:t>&lt;-- 260721 cnx </a:t>
            </a:r>
            <a:r>
              <a:rPr lang="ko-KR" altLang="en-US" sz="1050" i="1">
                <a:solidFill>
                  <a:schemeClr val="tx1">
                    <a:lumMod val="50000"/>
                    <a:lumOff val="50000"/>
                  </a:schemeClr>
                </a:solidFill>
              </a:rPr>
              <a:t>개인정보동의 폼 </a:t>
            </a:r>
            <a:r>
              <a:rPr lang="en-US" altLang="ko-KR" sz="1050" i="1">
                <a:solidFill>
                  <a:schemeClr val="tx1">
                    <a:lumMod val="50000"/>
                    <a:lumOff val="50000"/>
                  </a:schemeClr>
                </a:solidFill>
              </a:rPr>
              <a:t>--&gt; </a:t>
            </a:r>
            <a:r>
              <a:rPr lang="ko-KR" altLang="en-US" sz="1050"/>
              <a:t>주석 내 코드를 추가해 주세요</a:t>
            </a:r>
            <a:r>
              <a:rPr lang="en-US" altLang="ko-KR" sz="1050"/>
              <a:t>.</a:t>
            </a:r>
            <a:endParaRPr lang="ko-KR" altLang="en-US" sz="105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E3A2AAB-461F-E2E2-10B3-3BF4B4325D88}"/>
              </a:ext>
            </a:extLst>
          </p:cNvPr>
          <p:cNvGrpSpPr/>
          <p:nvPr/>
        </p:nvGrpSpPr>
        <p:grpSpPr>
          <a:xfrm>
            <a:off x="5525398" y="1119488"/>
            <a:ext cx="6354784" cy="3833507"/>
            <a:chOff x="5312384" y="1652893"/>
            <a:chExt cx="6354784" cy="3833507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70AD42B-24A3-23E5-F49B-F55EABA9AB5A}"/>
                </a:ext>
              </a:extLst>
            </p:cNvPr>
            <p:cNvGrpSpPr/>
            <p:nvPr/>
          </p:nvGrpSpPr>
          <p:grpSpPr>
            <a:xfrm>
              <a:off x="5312384" y="1652893"/>
              <a:ext cx="6354784" cy="3833507"/>
              <a:chOff x="5778684" y="2687357"/>
              <a:chExt cx="5888484" cy="3552213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1C8A823C-6635-FB0C-C819-B83C9E1FB8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78684" y="3000904"/>
                <a:ext cx="5888484" cy="3238666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AC1574-174F-851E-DB2A-2C1C215CD0E9}"/>
                  </a:ext>
                </a:extLst>
              </p:cNvPr>
              <p:cNvSpPr txBox="1"/>
              <p:nvPr/>
            </p:nvSpPr>
            <p:spPr>
              <a:xfrm>
                <a:off x="10868551" y="2687357"/>
                <a:ext cx="798617" cy="3135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100"/>
                  <a:t>결과 화면</a:t>
                </a:r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BFA6914-1985-89FC-C707-FD22EE0E3D78}"/>
                </a:ext>
              </a:extLst>
            </p:cNvPr>
            <p:cNvSpPr/>
            <p:nvPr/>
          </p:nvSpPr>
          <p:spPr>
            <a:xfrm>
              <a:off x="7787812" y="3953163"/>
              <a:ext cx="1403927" cy="61883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CBECDA7-9D72-4DA1-FB2D-DB9B786C61A6}"/>
              </a:ext>
            </a:extLst>
          </p:cNvPr>
          <p:cNvSpPr txBox="1"/>
          <p:nvPr/>
        </p:nvSpPr>
        <p:spPr>
          <a:xfrm>
            <a:off x="376721" y="5056989"/>
            <a:ext cx="4019788" cy="30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/>
              <a:t>css : </a:t>
            </a:r>
            <a:r>
              <a:rPr lang="ko-KR" altLang="en-US" sz="1050"/>
              <a:t>스타일 코드는 전부 사용해 주세요</a:t>
            </a:r>
            <a:r>
              <a:rPr lang="en-US" altLang="ko-KR" sz="1050"/>
              <a:t>.</a:t>
            </a:r>
            <a:endParaRPr lang="ko-KR" altLang="en-US" sz="105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EA32065-2BE9-C7F3-2D47-07C091DADF0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257962" y="3597927"/>
            <a:ext cx="37428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868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9E25-DE28-EB2D-64AF-C26C2334F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ABE58DA7-06C1-ED8B-C42E-9F72CE9B8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823" y="2463413"/>
            <a:ext cx="3214126" cy="324343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4835CA5-2105-958D-2733-8BD4482FA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19" y="220747"/>
            <a:ext cx="11568363" cy="549274"/>
          </a:xfrm>
        </p:spPr>
        <p:txBody>
          <a:bodyPr>
            <a:normAutofit/>
          </a:bodyPr>
          <a:lstStyle/>
          <a:p>
            <a:r>
              <a:rPr lang="en-US" altLang="ko-KR" sz="1800" b="1"/>
              <a:t>2. case2</a:t>
            </a:r>
            <a:r>
              <a:rPr lang="ko-KR" altLang="en-US" sz="1800" b="1"/>
              <a:t> </a:t>
            </a:r>
            <a:r>
              <a:rPr lang="en-US" altLang="ko-KR" sz="1800" b="1"/>
              <a:t>:</a:t>
            </a:r>
            <a:r>
              <a:rPr lang="ko-KR" altLang="en-US" sz="1800" b="1"/>
              <a:t> 완료 팝업 활성화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775A9-3AC9-91FB-CFB8-E58005ED4C6B}"/>
              </a:ext>
            </a:extLst>
          </p:cNvPr>
          <p:cNvSpPr txBox="1"/>
          <p:nvPr/>
        </p:nvSpPr>
        <p:spPr>
          <a:xfrm>
            <a:off x="376721" y="1014242"/>
            <a:ext cx="4113947" cy="373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/>
              <a:t>사용 파일 </a:t>
            </a:r>
            <a:r>
              <a:rPr lang="en-US" altLang="ko-KR" sz="1400"/>
              <a:t>: marketing_02.html, marketing_02.css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CBBB94-477C-B5A0-8F70-4B37B2EC352A}"/>
              </a:ext>
            </a:extLst>
          </p:cNvPr>
          <p:cNvSpPr txBox="1"/>
          <p:nvPr/>
        </p:nvSpPr>
        <p:spPr>
          <a:xfrm>
            <a:off x="376720" y="1632348"/>
            <a:ext cx="5216005" cy="788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/>
              <a:t>html : </a:t>
            </a:r>
            <a:r>
              <a:rPr lang="en-US" altLang="ko-KR" sz="1050" i="1">
                <a:solidFill>
                  <a:schemeClr val="tx1">
                    <a:lumMod val="50000"/>
                    <a:lumOff val="50000"/>
                  </a:schemeClr>
                </a:solidFill>
              </a:rPr>
              <a:t>&lt;-- 260721 cnx </a:t>
            </a:r>
            <a:r>
              <a:rPr lang="ko-KR" altLang="en-US" sz="1050" i="1">
                <a:solidFill>
                  <a:schemeClr val="tx1">
                    <a:lumMod val="50000"/>
                    <a:lumOff val="50000"/>
                  </a:schemeClr>
                </a:solidFill>
              </a:rPr>
              <a:t>개인정보동의 팝업 </a:t>
            </a:r>
            <a:r>
              <a:rPr lang="en-US" altLang="ko-KR" sz="1050" i="1">
                <a:solidFill>
                  <a:schemeClr val="tx1">
                    <a:lumMod val="50000"/>
                    <a:lumOff val="50000"/>
                  </a:schemeClr>
                </a:solidFill>
              </a:rPr>
              <a:t>--&gt; </a:t>
            </a:r>
            <a:r>
              <a:rPr lang="ko-KR" altLang="en-US" sz="1050"/>
              <a:t>주석 내 코드를 사용해 주세요</a:t>
            </a:r>
            <a:r>
              <a:rPr lang="en-US" altLang="ko-KR" sz="1050"/>
              <a:t>.</a:t>
            </a:r>
            <a:br>
              <a:rPr lang="en-US" altLang="ko-KR" sz="1050"/>
            </a:br>
            <a:r>
              <a:rPr lang="en-US" altLang="ko-KR" sz="1050" u="sng"/>
              <a:t>.popup-wrap</a:t>
            </a:r>
            <a:r>
              <a:rPr lang="ko-KR" altLang="en-US" sz="1050" u="sng"/>
              <a:t>은 </a:t>
            </a:r>
            <a:r>
              <a:rPr lang="en-US" altLang="ko-KR" sz="1050" u="sng"/>
              <a:t>display:none </a:t>
            </a:r>
            <a:r>
              <a:rPr lang="ko-KR" altLang="en-US" sz="1050" u="sng"/>
              <a:t>상태입니다</a:t>
            </a:r>
            <a:r>
              <a:rPr lang="en-US" altLang="ko-KR" sz="1050" u="sng"/>
              <a:t>. </a:t>
            </a:r>
            <a:r>
              <a:rPr lang="ko-KR" altLang="en-US" sz="1050" u="sng"/>
              <a:t>활성화 시 </a:t>
            </a:r>
            <a:r>
              <a:rPr lang="en-US" altLang="ko-KR" sz="1050" u="sng"/>
              <a:t>.open </a:t>
            </a:r>
            <a:r>
              <a:rPr lang="ko-KR" altLang="en-US" sz="1050" u="sng"/>
              <a:t>클래스 추가해 </a:t>
            </a:r>
            <a:r>
              <a:rPr lang="ko-KR" altLang="en-US" sz="1050"/>
              <a:t>주세요</a:t>
            </a:r>
            <a:r>
              <a:rPr lang="en-US" altLang="ko-KR" sz="1050"/>
              <a:t>. (</a:t>
            </a:r>
            <a:r>
              <a:rPr lang="ko-KR" altLang="en-US" sz="1050"/>
              <a:t>메인 화면 팝업과 동일한 형태</a:t>
            </a:r>
            <a:r>
              <a:rPr lang="en-US" altLang="ko-KR" sz="1050"/>
              <a:t>)</a:t>
            </a:r>
            <a:endParaRPr lang="ko-KR" altLang="en-US" sz="105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6A858F0-0242-3395-0275-33432DD3BB91}"/>
              </a:ext>
            </a:extLst>
          </p:cNvPr>
          <p:cNvGrpSpPr/>
          <p:nvPr/>
        </p:nvGrpSpPr>
        <p:grpSpPr>
          <a:xfrm>
            <a:off x="5518310" y="1119488"/>
            <a:ext cx="6361872" cy="3916929"/>
            <a:chOff x="5518310" y="1119488"/>
            <a:chExt cx="6361872" cy="3916929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2D41F1A-8C9C-37E5-85F1-41AB8C748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8310" y="1457864"/>
              <a:ext cx="6361872" cy="3578553"/>
            </a:xfrm>
            <a:prstGeom prst="rect">
              <a:avLst/>
            </a:prstGeom>
          </p:spPr>
        </p:pic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DE32B17-245E-E563-9150-A852C32AE464}"/>
                </a:ext>
              </a:extLst>
            </p:cNvPr>
            <p:cNvGrpSpPr/>
            <p:nvPr/>
          </p:nvGrpSpPr>
          <p:grpSpPr>
            <a:xfrm>
              <a:off x="7661072" y="1119488"/>
              <a:ext cx="4219110" cy="2911422"/>
              <a:chOff x="7661072" y="1652893"/>
              <a:chExt cx="4219110" cy="291142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2205BC-2DFE-A201-81A4-5F33A807507A}"/>
                  </a:ext>
                </a:extLst>
              </p:cNvPr>
              <p:cNvSpPr txBox="1"/>
              <p:nvPr/>
            </p:nvSpPr>
            <p:spPr>
              <a:xfrm>
                <a:off x="11018324" y="1652893"/>
                <a:ext cx="861858" cy="338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100"/>
                  <a:t>결과 화면</a:t>
                </a: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3820EE9-04FE-A38E-446A-F72EEB347957}"/>
                  </a:ext>
                </a:extLst>
              </p:cNvPr>
              <p:cNvSpPr/>
              <p:nvPr/>
            </p:nvSpPr>
            <p:spPr>
              <a:xfrm>
                <a:off x="7661072" y="2996818"/>
                <a:ext cx="2081836" cy="156749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4F2D51B-13AD-EF90-45C1-5D1E95087F44}"/>
              </a:ext>
            </a:extLst>
          </p:cNvPr>
          <p:cNvSpPr txBox="1"/>
          <p:nvPr/>
        </p:nvSpPr>
        <p:spPr>
          <a:xfrm>
            <a:off x="376721" y="5728739"/>
            <a:ext cx="4019788" cy="30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/>
              <a:t>css : </a:t>
            </a:r>
            <a:r>
              <a:rPr lang="ko-KR" altLang="en-US" sz="1050"/>
              <a:t>스타일 코드는 전부 사용해 주세요</a:t>
            </a:r>
            <a:r>
              <a:rPr lang="en-US" altLang="ko-KR" sz="1050"/>
              <a:t>.</a:t>
            </a:r>
            <a:endParaRPr lang="ko-KR" altLang="en-US" sz="105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2F4D812-23FA-40C6-26FE-A952FA68C856}"/>
              </a:ext>
            </a:extLst>
          </p:cNvPr>
          <p:cNvCxnSpPr>
            <a:cxnSpLocks/>
          </p:cNvCxnSpPr>
          <p:nvPr/>
        </p:nvCxnSpPr>
        <p:spPr>
          <a:xfrm>
            <a:off x="4638387" y="3597927"/>
            <a:ext cx="302268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44AD892-5E56-60A8-B3A2-8595F8096429}"/>
              </a:ext>
            </a:extLst>
          </p:cNvPr>
          <p:cNvSpPr/>
          <p:nvPr/>
        </p:nvSpPr>
        <p:spPr>
          <a:xfrm>
            <a:off x="2958663" y="2563802"/>
            <a:ext cx="317238" cy="13325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558D683B-8121-4F97-0FC5-055513B2DA24}"/>
              </a:ext>
            </a:extLst>
          </p:cNvPr>
          <p:cNvCxnSpPr>
            <a:endCxn id="25" idx="0"/>
          </p:cNvCxnSpPr>
          <p:nvPr/>
        </p:nvCxnSpPr>
        <p:spPr>
          <a:xfrm flipH="1">
            <a:off x="3117282" y="2114026"/>
            <a:ext cx="3423" cy="449776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86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D292D-FE27-23B6-4E38-7C07C2F3B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FE4EA1-1844-8175-F4F6-1885C5ED6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67238"/>
            <a:ext cx="9144000" cy="1676777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/>
              <a:t>END</a:t>
            </a:r>
            <a:endParaRPr lang="ko-KR" alt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900CC-A89D-2631-43AB-D6A09E311489}"/>
              </a:ext>
            </a:extLst>
          </p:cNvPr>
          <p:cNvSpPr txBox="1"/>
          <p:nvPr/>
        </p:nvSpPr>
        <p:spPr>
          <a:xfrm>
            <a:off x="11210617" y="6506931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2026-07-21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557315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8E1AAB160B544187921169F8AAA93B" ma:contentTypeVersion="12" ma:contentTypeDescription="Create a new document." ma:contentTypeScope="" ma:versionID="a69beb5c3588d130d50c4becf5bcb088">
  <xsd:schema xmlns:xsd="http://www.w3.org/2001/XMLSchema" xmlns:xs="http://www.w3.org/2001/XMLSchema" xmlns:p="http://schemas.microsoft.com/office/2006/metadata/properties" xmlns:ns3="1f6aa215-f86e-436c-b3de-74b50e292994" targetNamespace="http://schemas.microsoft.com/office/2006/metadata/properties" ma:root="true" ma:fieldsID="d9963e5b4eb10e5c652dcfac9ceb7153" ns3:_="">
    <xsd:import namespace="1f6aa215-f86e-436c-b3de-74b50e29299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6aa215-f86e-436c-b3de-74b50e29299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f6aa215-f86e-436c-b3de-74b50e292994" xsi:nil="true"/>
  </documentManagement>
</p:properties>
</file>

<file path=customXml/itemProps1.xml><?xml version="1.0" encoding="utf-8"?>
<ds:datastoreItem xmlns:ds="http://schemas.openxmlformats.org/officeDocument/2006/customXml" ds:itemID="{C85794FB-1C7C-4F10-BA47-AACD342160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6aa215-f86e-436c-b3de-74b50e2929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9A5F13-F6C4-428B-BEC8-1081BFF6DE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3EE79D-6DFE-4CC2-AED6-ABD4BD5E3492}">
  <ds:schemaRefs>
    <ds:schemaRef ds:uri="http://schemas.microsoft.com/office/2006/metadata/properties"/>
    <ds:schemaRef ds:uri="http://schemas.microsoft.com/office/infopath/2007/PartnerControls"/>
    <ds:schemaRef ds:uri="1f6aa215-f86e-436c-b3de-74b50e29299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127</Words>
  <Application>Microsoft Office PowerPoint</Application>
  <PresentationFormat>와이드스크린</PresentationFormat>
  <Paragraphs>15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마케팅 활용 동의 화면 퍼블리싱 가이드</vt:lpstr>
      <vt:lpstr>1. case1 : 완료 화면으로 이동</vt:lpstr>
      <vt:lpstr>2. case2 : 완료 팝업 활성화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Heesoon Park</dc:creator>
  <cp:lastModifiedBy>Heesoon Park</cp:lastModifiedBy>
  <cp:revision>26</cp:revision>
  <dcterms:created xsi:type="dcterms:W3CDTF">2026-07-21T01:56:57Z</dcterms:created>
  <dcterms:modified xsi:type="dcterms:W3CDTF">2026-07-21T04:08:13Z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0x010100998E1AAB160B544187921169F8AAA93B</vt:lpwstr>
  </property>
</Properties>
</file>