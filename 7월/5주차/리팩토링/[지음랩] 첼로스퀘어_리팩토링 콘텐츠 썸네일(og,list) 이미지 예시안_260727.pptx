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</p:sldIdLst>
  <p:sldSz cx="12192000" cy="6858000"/>
  <p:notesSz cx="6858000" cy="9144000"/>
  <p:embeddedFontLst>
    <p:embeddedFont>
      <p:font typeface="Pretendard" panose="02000503000000020004" pitchFamily="50" charset="-127"/>
      <p:regular r:id="rId3"/>
      <p:bold r:id="rId4"/>
    </p:embeddedFont>
    <p:embeddedFont>
      <p:font typeface="맑은 고딕" panose="020B0503020000020004" pitchFamily="50" charset="-127"/>
      <p:regular r:id="rId5"/>
      <p:bold r:id="rId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FF6"/>
    <a:srgbClr val="1428A0"/>
    <a:srgbClr val="318EF5"/>
    <a:srgbClr val="000000"/>
    <a:srgbClr val="E7F0F7"/>
    <a:srgbClr val="1429A0"/>
    <a:srgbClr val="C3EDF9"/>
    <a:srgbClr val="44B3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7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009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993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479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661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593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9870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92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23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575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8987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905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17FDA-6C33-4496-AA70-269B4C22545F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C0B06-7C79-4365-9E38-D19949E1A6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54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Aerial side view of smart cargo ship carrying container from customs container depot go to ocean concept freight shipping by ship service on blue sky .Freight Forwarding Service">
            <a:extLst>
              <a:ext uri="{FF2B5EF4-FFF2-40B4-BE49-F238E27FC236}">
                <a16:creationId xmlns:a16="http://schemas.microsoft.com/office/drawing/2014/main" id="{9168F643-F237-FB25-3DA1-0E6AE5E384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78" r="5741"/>
          <a:stretch>
            <a:fillRect/>
          </a:stretch>
        </p:blipFill>
        <p:spPr>
          <a:xfrm>
            <a:off x="5196631" y="912542"/>
            <a:ext cx="4598942" cy="2416602"/>
          </a:xfrm>
          <a:prstGeom prst="rect">
            <a:avLst/>
          </a:prstGeom>
        </p:spPr>
      </p:pic>
      <p:pic>
        <p:nvPicPr>
          <p:cNvPr id="4" name="그림 3" descr="Cargo airplane in a port.">
            <a:extLst>
              <a:ext uri="{FF2B5EF4-FFF2-40B4-BE49-F238E27FC236}">
                <a16:creationId xmlns:a16="http://schemas.microsoft.com/office/drawing/2014/main" id="{150EED2D-AC79-8DE8-4A7D-B4F1C6C45C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19" b="12499"/>
          <a:stretch>
            <a:fillRect/>
          </a:stretch>
        </p:blipFill>
        <p:spPr>
          <a:xfrm>
            <a:off x="158722" y="3944698"/>
            <a:ext cx="4598942" cy="2416602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CD07389-BDDE-9F51-6021-6FDB301E0241}"/>
              </a:ext>
            </a:extLst>
          </p:cNvPr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리팩토링</a:t>
            </a:r>
            <a:r>
              <a:rPr lang="ko-KR" altLang="en-US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콘텐츠 썸네일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(</a:t>
            </a:r>
            <a:r>
              <a:rPr lang="en-US" altLang="ko-KR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og</a:t>
            </a:r>
            <a:r>
              <a:rPr lang="en-US" altLang="ko-KR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/list) </a:t>
            </a:r>
            <a:r>
              <a:rPr lang="ko-KR" altLang="en-US" dirty="0" err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예시안</a:t>
            </a:r>
            <a:endParaRPr lang="ko-KR" altLang="en-US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5" name="그림 4" descr="Panoramic front view of a cargo ship carrying containers for import and export">
            <a:extLst>
              <a:ext uri="{FF2B5EF4-FFF2-40B4-BE49-F238E27FC236}">
                <a16:creationId xmlns:a16="http://schemas.microsoft.com/office/drawing/2014/main" id="{CCF5D766-DE6E-D80C-8305-13560BB579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414" t="6692" r="14595" b="18264"/>
          <a:stretch>
            <a:fillRect/>
          </a:stretch>
        </p:blipFill>
        <p:spPr>
          <a:xfrm>
            <a:off x="158722" y="912542"/>
            <a:ext cx="4598942" cy="2416602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88303590-8804-6F83-7B97-F706A0CF3AB6}"/>
              </a:ext>
            </a:extLst>
          </p:cNvPr>
          <p:cNvSpPr/>
          <p:nvPr/>
        </p:nvSpPr>
        <p:spPr>
          <a:xfrm>
            <a:off x="158722" y="912542"/>
            <a:ext cx="4598942" cy="2416602"/>
          </a:xfrm>
          <a:prstGeom prst="rect">
            <a:avLst/>
          </a:pr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67ED5E-C274-91DC-887D-CEC0EEEC76D3}"/>
              </a:ext>
            </a:extLst>
          </p:cNvPr>
          <p:cNvSpPr txBox="1"/>
          <p:nvPr/>
        </p:nvSpPr>
        <p:spPr>
          <a:xfrm>
            <a:off x="232566" y="1260648"/>
            <a:ext cx="2595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</a:t>
            </a:r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년 상반기 물류 시장</a:t>
            </a:r>
            <a:r>
              <a:rPr lang="en-US" altLang="ko-KR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</a:t>
            </a:r>
          </a:p>
          <a:p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무슨 일이 있었나</a:t>
            </a:r>
            <a:r>
              <a:rPr lang="en-US" altLang="ko-KR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—</a:t>
            </a:r>
          </a:p>
          <a:p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하반기 전망 총정리</a:t>
            </a:r>
            <a:endParaRPr lang="en-US" altLang="ko-KR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0ED54D3-4BE9-8618-EA68-F2BE2113CE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21" y="1075403"/>
            <a:ext cx="936231" cy="14438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121745C-12E9-2F87-2677-98BEAF6602D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21" y="3042760"/>
            <a:ext cx="871575" cy="18384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F1DC94E-B63E-E68D-73A0-CE6E0E3A64B4}"/>
              </a:ext>
            </a:extLst>
          </p:cNvPr>
          <p:cNvSpPr txBox="1"/>
          <p:nvPr/>
        </p:nvSpPr>
        <p:spPr>
          <a:xfrm>
            <a:off x="158722" y="604765"/>
            <a:ext cx="47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편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996F68E-5808-1892-63CA-6E5066DF81B7}"/>
              </a:ext>
            </a:extLst>
          </p:cNvPr>
          <p:cNvSpPr/>
          <p:nvPr/>
        </p:nvSpPr>
        <p:spPr>
          <a:xfrm>
            <a:off x="5196631" y="912542"/>
            <a:ext cx="4598942" cy="2416602"/>
          </a:xfrm>
          <a:prstGeom prst="rect">
            <a:avLst/>
          </a:pr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EDAE76-39F6-797E-B9D4-530540C1A3D8}"/>
              </a:ext>
            </a:extLst>
          </p:cNvPr>
          <p:cNvSpPr txBox="1"/>
          <p:nvPr/>
        </p:nvSpPr>
        <p:spPr>
          <a:xfrm>
            <a:off x="5270475" y="1260648"/>
            <a:ext cx="26228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운임이 왜 이렇게 뛰었나 </a:t>
            </a:r>
            <a:r>
              <a:rPr lang="en-US" altLang="ko-KR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</a:t>
            </a:r>
          </a:p>
          <a:p>
            <a:r>
              <a:rPr lang="en-US" altLang="ko-KR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 </a:t>
            </a:r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해상 물류</a:t>
            </a:r>
            <a:endParaRPr lang="en-US" altLang="ko-KR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상반기</a:t>
            </a:r>
            <a:r>
              <a:rPr lang="en-US" altLang="ko-KR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동향과 하반기 전망</a:t>
            </a:r>
            <a:endParaRPr lang="en-US" altLang="ko-KR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57A51BB6-1210-549F-4CEA-A373576C0D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130" y="1075403"/>
            <a:ext cx="936231" cy="14438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8D48CFB-446D-4556-F44F-1143BA212C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5130" y="3042760"/>
            <a:ext cx="871575" cy="18384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8595F6D-5598-9E2C-2308-470082160556}"/>
              </a:ext>
            </a:extLst>
          </p:cNvPr>
          <p:cNvSpPr txBox="1"/>
          <p:nvPr/>
        </p:nvSpPr>
        <p:spPr>
          <a:xfrm>
            <a:off x="5196631" y="604765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편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9B5FA50-B826-92D2-7D09-49522C1D3137}"/>
              </a:ext>
            </a:extLst>
          </p:cNvPr>
          <p:cNvSpPr/>
          <p:nvPr/>
        </p:nvSpPr>
        <p:spPr>
          <a:xfrm>
            <a:off x="158722" y="3944698"/>
            <a:ext cx="4598942" cy="2416602"/>
          </a:xfrm>
          <a:prstGeom prst="rect">
            <a:avLst/>
          </a:pr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D7FF99-6987-4306-0781-097D9CB2DD56}"/>
              </a:ext>
            </a:extLst>
          </p:cNvPr>
          <p:cNvSpPr txBox="1"/>
          <p:nvPr/>
        </p:nvSpPr>
        <p:spPr>
          <a:xfrm>
            <a:off x="232566" y="4292804"/>
            <a:ext cx="31951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전쟁 이전 수준 회복</a:t>
            </a:r>
            <a:r>
              <a:rPr lang="en-US" altLang="ko-KR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, </a:t>
            </a:r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그 다음은 </a:t>
            </a:r>
            <a:r>
              <a:rPr lang="en-US" altLang="ko-KR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—</a:t>
            </a:r>
          </a:p>
          <a:p>
            <a:r>
              <a:rPr lang="en-US" altLang="ko-KR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2026 </a:t>
            </a:r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항공 물류</a:t>
            </a:r>
            <a:endParaRPr lang="en-US" altLang="ko-KR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상반기</a:t>
            </a:r>
            <a:r>
              <a:rPr lang="en-US" altLang="ko-KR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동향과 하반기 전망</a:t>
            </a:r>
            <a:endParaRPr lang="en-US" altLang="ko-KR" b="1" dirty="0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3DD313FD-9C3D-0E78-C25A-B0204A2A77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21" y="4107559"/>
            <a:ext cx="936231" cy="144382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DF8F72D5-CA94-B382-6F69-91CD686F112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221" y="6074916"/>
            <a:ext cx="871575" cy="18384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487BE8F3-6516-DC68-EC95-6BFC2CAC097A}"/>
              </a:ext>
            </a:extLst>
          </p:cNvPr>
          <p:cNvSpPr txBox="1"/>
          <p:nvPr/>
        </p:nvSpPr>
        <p:spPr>
          <a:xfrm>
            <a:off x="158722" y="3636921"/>
            <a:ext cx="5116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편</a:t>
            </a:r>
            <a:r>
              <a:rPr lang="en-US" altLang="ko-KR" sz="1400" dirty="0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)</a:t>
            </a:r>
            <a:endParaRPr lang="ko-KR" altLang="en-US" sz="1400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0709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58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</vt:lpstr>
      <vt:lpstr>Arial</vt:lpstr>
      <vt:lpstr>맑은 고딕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jihyechoi 최지혜</dc:creator>
  <cp:lastModifiedBy>Jiym Lab</cp:lastModifiedBy>
  <cp:revision>156</cp:revision>
  <dcterms:created xsi:type="dcterms:W3CDTF">2025-01-02T04:28:34Z</dcterms:created>
  <dcterms:modified xsi:type="dcterms:W3CDTF">2026-07-22T09:04:17Z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6" name="FLCMData">
    <vt:lpwstr>FEC1FE275D0C10348A489BADCB321FAAFC65189D712439CB543AC909986BC0B75A2D3C514E8439DEC0C401301F9310F61DF1FEAE7A95F56833AF7F2FB6E763FF</vt:lpwstr>
  </property>
</Properties>
</file>