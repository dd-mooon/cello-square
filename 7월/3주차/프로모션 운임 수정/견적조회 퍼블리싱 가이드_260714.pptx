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5FC0E4-D3D5-4B2C-ABF5-33DE61FED95D}" v="12" dt="2026-07-14T04:34:51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38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31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esoon Park" userId="849b536b-c130-4fc0-a8cc-6f49b07b4c6e" providerId="ADAL" clId="{2A2502FD-768D-47F5-A442-1E3B2A4B4FBF}"/>
    <pc:docChg chg="addSld modSld sldOrd">
      <pc:chgData name="Heesoon Park" userId="849b536b-c130-4fc0-a8cc-6f49b07b4c6e" providerId="ADAL" clId="{2A2502FD-768D-47F5-A442-1E3B2A4B4FBF}" dt="2026-07-14T04:34:51.051" v="12" actId="767"/>
      <pc:docMkLst>
        <pc:docMk/>
      </pc:docMkLst>
      <pc:sldChg chg="addSp modSp">
        <pc:chgData name="Heesoon Park" userId="849b536b-c130-4fc0-a8cc-6f49b07b4c6e" providerId="ADAL" clId="{2A2502FD-768D-47F5-A442-1E3B2A4B4FBF}" dt="2026-07-14T04:34:51.051" v="12" actId="767"/>
        <pc:sldMkLst>
          <pc:docMk/>
          <pc:sldMk cId="3545926949" sldId="256"/>
        </pc:sldMkLst>
        <pc:spChg chg="add mod">
          <ac:chgData name="Heesoon Park" userId="849b536b-c130-4fc0-a8cc-6f49b07b4c6e" providerId="ADAL" clId="{2A2502FD-768D-47F5-A442-1E3B2A4B4FBF}" dt="2026-07-14T04:34:51.051" v="12" actId="767"/>
          <ac:spMkLst>
            <pc:docMk/>
            <pc:sldMk cId="3545926949" sldId="256"/>
            <ac:spMk id="4" creationId="{B458CFC1-E117-2183-306A-9352FB292886}"/>
          </ac:spMkLst>
        </pc:spChg>
      </pc:sldChg>
      <pc:sldChg chg="addSp modSp">
        <pc:chgData name="Heesoon Park" userId="849b536b-c130-4fc0-a8cc-6f49b07b4c6e" providerId="ADAL" clId="{2A2502FD-768D-47F5-A442-1E3B2A4B4FBF}" dt="2026-07-14T04:05:44.295" v="3"/>
        <pc:sldMkLst>
          <pc:docMk/>
          <pc:sldMk cId="496461492" sldId="257"/>
        </pc:sldMkLst>
        <pc:spChg chg="add mod">
          <ac:chgData name="Heesoon Park" userId="849b536b-c130-4fc0-a8cc-6f49b07b4c6e" providerId="ADAL" clId="{2A2502FD-768D-47F5-A442-1E3B2A4B4FBF}" dt="2026-07-14T04:05:44.295" v="3"/>
          <ac:spMkLst>
            <pc:docMk/>
            <pc:sldMk cId="496461492" sldId="257"/>
            <ac:spMk id="5" creationId="{4A60563A-FC43-4AD6-8DF7-623ACB869782}"/>
          </ac:spMkLst>
        </pc:spChg>
      </pc:sldChg>
      <pc:sldChg chg="addSp modSp add">
        <pc:chgData name="Heesoon Park" userId="849b536b-c130-4fc0-a8cc-6f49b07b4c6e" providerId="ADAL" clId="{2A2502FD-768D-47F5-A442-1E3B2A4B4FBF}" dt="2026-07-14T04:30:04.812" v="8" actId="164"/>
        <pc:sldMkLst>
          <pc:docMk/>
          <pc:sldMk cId="88615736" sldId="258"/>
        </pc:sldMkLst>
        <pc:spChg chg="add mod">
          <ac:chgData name="Heesoon Park" userId="849b536b-c130-4fc0-a8cc-6f49b07b4c6e" providerId="ADAL" clId="{2A2502FD-768D-47F5-A442-1E3B2A4B4FBF}" dt="2026-07-14T04:25:59.619" v="5" actId="767"/>
          <ac:spMkLst>
            <pc:docMk/>
            <pc:sldMk cId="88615736" sldId="258"/>
            <ac:spMk id="18" creationId="{9C120B97-A2A1-73B5-4D5E-11404A7B43BE}"/>
          </ac:spMkLst>
        </pc:spChg>
        <pc:spChg chg="mod">
          <ac:chgData name="Heesoon Park" userId="849b536b-c130-4fc0-a8cc-6f49b07b4c6e" providerId="ADAL" clId="{2A2502FD-768D-47F5-A442-1E3B2A4B4FBF}" dt="2026-07-14T04:30:04.812" v="8" actId="164"/>
          <ac:spMkLst>
            <pc:docMk/>
            <pc:sldMk cId="88615736" sldId="258"/>
            <ac:spMk id="20" creationId="{1F6F5F29-0B72-D79E-A90E-0F562381A86F}"/>
          </ac:spMkLst>
        </pc:spChg>
        <pc:grpChg chg="add mod">
          <ac:chgData name="Heesoon Park" userId="849b536b-c130-4fc0-a8cc-6f49b07b4c6e" providerId="ADAL" clId="{2A2502FD-768D-47F5-A442-1E3B2A4B4FBF}" dt="2026-07-14T04:30:04.812" v="8" actId="164"/>
          <ac:grpSpMkLst>
            <pc:docMk/>
            <pc:sldMk cId="88615736" sldId="258"/>
            <ac:grpSpMk id="27" creationId="{4832B7D1-6340-7382-EEE1-0697DDC80CFB}"/>
          </ac:grpSpMkLst>
        </pc:grpChg>
        <pc:picChg chg="mod">
          <ac:chgData name="Heesoon Park" userId="849b536b-c130-4fc0-a8cc-6f49b07b4c6e" providerId="ADAL" clId="{2A2502FD-768D-47F5-A442-1E3B2A4B4FBF}" dt="2026-07-14T04:30:04.812" v="8" actId="164"/>
          <ac:picMkLst>
            <pc:docMk/>
            <pc:sldMk cId="88615736" sldId="258"/>
            <ac:picMk id="10" creationId="{41AD78E3-EDA8-82E8-46E9-63F6CD6FBF3E}"/>
          </ac:picMkLst>
        </pc:picChg>
      </pc:sldChg>
      <pc:sldChg chg="addSp modSp add">
        <pc:chgData name="Heesoon Park" userId="849b536b-c130-4fc0-a8cc-6f49b07b4c6e" providerId="ADAL" clId="{2A2502FD-768D-47F5-A442-1E3B2A4B4FBF}" dt="2026-07-14T04:32:12.825" v="9" actId="164"/>
        <pc:sldMkLst>
          <pc:docMk/>
          <pc:sldMk cId="157094093" sldId="259"/>
        </pc:sldMkLst>
        <pc:spChg chg="mod">
          <ac:chgData name="Heesoon Park" userId="849b536b-c130-4fc0-a8cc-6f49b07b4c6e" providerId="ADAL" clId="{2A2502FD-768D-47F5-A442-1E3B2A4B4FBF}" dt="2026-07-14T04:32:12.825" v="9" actId="164"/>
          <ac:spMkLst>
            <pc:docMk/>
            <pc:sldMk cId="157094093" sldId="259"/>
            <ac:spMk id="18" creationId="{450E4CE3-17E1-5EC8-DB6D-2C72853101AC}"/>
          </ac:spMkLst>
        </pc:spChg>
        <pc:grpChg chg="add mod">
          <ac:chgData name="Heesoon Park" userId="849b536b-c130-4fc0-a8cc-6f49b07b4c6e" providerId="ADAL" clId="{2A2502FD-768D-47F5-A442-1E3B2A4B4FBF}" dt="2026-07-14T04:32:12.825" v="9" actId="164"/>
          <ac:grpSpMkLst>
            <pc:docMk/>
            <pc:sldMk cId="157094093" sldId="259"/>
            <ac:grpSpMk id="3" creationId="{9E96F4E1-C0F0-505A-6B47-D06B67150E9E}"/>
          </ac:grpSpMkLst>
        </pc:grpChg>
        <pc:picChg chg="mod">
          <ac:chgData name="Heesoon Park" userId="849b536b-c130-4fc0-a8cc-6f49b07b4c6e" providerId="ADAL" clId="{2A2502FD-768D-47F5-A442-1E3B2A4B4FBF}" dt="2026-07-14T04:32:12.825" v="9" actId="164"/>
          <ac:picMkLst>
            <pc:docMk/>
            <pc:sldMk cId="157094093" sldId="259"/>
            <ac:picMk id="8" creationId="{81CE8B30-A72D-1CC2-0F04-DF36FB933EBC}"/>
          </ac:picMkLst>
        </pc:picChg>
      </pc:sldChg>
      <pc:sldChg chg="add ord">
        <pc:chgData name="Heesoon Park" userId="849b536b-c130-4fc0-a8cc-6f49b07b4c6e" providerId="ADAL" clId="{2A2502FD-768D-47F5-A442-1E3B2A4B4FBF}" dt="2026-07-14T04:34:43.785" v="11"/>
        <pc:sldMkLst>
          <pc:docMk/>
          <pc:sldMk cId="993540313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7D2D9-447F-7811-78B9-C7B72765B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0E9021-C5E8-7DE6-A4E6-0A9AB0059D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6D76B4-F466-3214-E436-4776C9DBA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0FB5B-95B2-4075-90A9-6D46D106E1A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A4A740-8373-E42E-253C-1ED3E051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610539-4953-BB66-7168-C10D6CA45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C97C-DB9F-4D6A-A299-D68B833947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070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365FBE-BBF1-5EDE-F207-4AC73386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460503-831D-60A4-8497-2E14DAFC7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0F6312-D8C1-84DB-929C-5A1903B70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0FB5B-95B2-4075-90A9-6D46D106E1A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4B11DB-5E6E-9BC8-778E-C62950A27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37410C-E0BB-6970-1B38-B8D25688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C97C-DB9F-4D6A-A299-D68B833947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473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1E186-1A13-407F-1DF4-0CCDFB4FB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E19722-9BBD-605F-B171-A383861D7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6D0610-DB9D-F811-4097-5CA71A896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0FB5B-95B2-4075-90A9-6D46D106E1A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47AE6F-CE13-B57D-03E4-1E8581671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D34AEE-4E3A-F3BB-05E3-13AE96B08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C97C-DB9F-4D6A-A299-D68B833947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990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017D3-7DC9-AB59-216B-DB833BA2B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12C62D-D98C-3698-4FFD-8D1A6D5DF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939EDF-1B49-E4DD-CA29-642313C4A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9E1C0A-DECC-B150-4A6E-BC385A23C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0FB5B-95B2-4075-90A9-6D46D106E1A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38340A-342F-4BFB-A38D-1BD096B5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19EAA1-1456-3746-67C1-4454A4BE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C97C-DB9F-4D6A-A299-D68B833947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8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DF978-39F9-F959-EA68-239125B4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4D79E0-98DB-8F4C-02A9-F686E924C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9D1934-BAED-240E-3015-069EE457B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5FE0C1-8B87-E9ED-CEF7-1918D33F6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0C2C95-42FB-4EC6-491C-8582EA3B7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3A67E8-7305-767B-D032-E9BCD6E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0FB5B-95B2-4075-90A9-6D46D106E1A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3E55592-E16A-5E7C-91BC-5E57FE995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8CAF58-8D17-6324-0384-FE073C999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C97C-DB9F-4D6A-A299-D68B833947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49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6204D-E8FA-B16D-A67B-60C854AC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42A44D-5A9D-4117-2321-1A806A344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0FB5B-95B2-4075-90A9-6D46D106E1A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854101-2CC2-1E99-76CA-8B81DDD8D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8DC83B-994B-2888-D632-47807F3D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C97C-DB9F-4D6A-A299-D68B833947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197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537217-348F-93C0-F147-3AA2B1C8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0FB5B-95B2-4075-90A9-6D46D106E1A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C7D375-70D2-8990-673B-97B3FAA32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737C9F-1753-5A14-F3D1-4A92CA366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C97C-DB9F-4D6A-A299-D68B833947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95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7B46B-3627-BC77-E35E-4A62AD6BF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F96C38-EDEA-FDBE-E7E3-9E49DEFE0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182264-8C4B-4197-94DE-B5A84B1E0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1A3462-24FF-5E5A-E0DF-D397ECD86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0FB5B-95B2-4075-90A9-6D46D106E1A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F5A6AA-6875-55EA-A017-05252FEB3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D0F104-F411-7899-3851-A0926AF77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C97C-DB9F-4D6A-A299-D68B833947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437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3B2732-C339-823F-820C-A5CF84961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E2BCC4-BDA8-E729-A7E6-7237840BF8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420B77-9EEF-376D-3C0A-E2D04E4D0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49E507-3D1A-C387-176B-1C22DAE7C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0FB5B-95B2-4075-90A9-6D46D106E1A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279E57-F8D9-5262-9CFE-7B752E0C1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6687AB-B18A-BBF7-233C-EEDA5709A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C97C-DB9F-4D6A-A299-D68B833947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252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E91EC-FE76-8C59-DFD2-B9D29BFE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FB0A3B-B567-6087-A7E4-5AC49EC0A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C33745-6C10-6689-F59E-6F4C0E902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0FB5B-95B2-4075-90A9-6D46D106E1A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894BEC-21A8-E868-F2B4-EBE7FFE42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794CC1-A533-4252-300E-510E2B190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C97C-DB9F-4D6A-A299-D68B833947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02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D3AAF73-0966-913D-1B8B-93C7D9061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46573C-25EE-1454-9C9F-6056BFFA2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38BA97-C1BA-655C-B244-D918E6AA3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0FB5B-95B2-4075-90A9-6D46D106E1A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D05CC6-AD9E-03F3-B473-B437D3B0E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04C9F4-A47E-82E3-040E-ED6976C1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C97C-DB9F-4D6A-A299-D68B833947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879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5AE5AA-8ACB-02F9-F387-205BE80E0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015D17-1B7C-EC65-A49C-6D555E6F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04834C-8537-B0E9-BECB-4CC1431DC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0FB5B-95B2-4075-90A9-6D46D106E1A6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769414-6443-7C81-8680-7B04C861F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88539-1BB8-6424-9826-9900B247E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0C97C-DB9F-4D6A-A299-D68B833947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09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CD5CE-F39C-6F19-31C8-9D97CAD49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50575"/>
            <a:ext cx="9144000" cy="1156851"/>
          </a:xfrm>
        </p:spPr>
        <p:txBody>
          <a:bodyPr anchor="ctr">
            <a:normAutofit/>
          </a:bodyPr>
          <a:lstStyle/>
          <a:p>
            <a:r>
              <a:rPr lang="ko-KR" altLang="en-US" sz="4000"/>
              <a:t>견적조회 퍼블리싱 가이드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58CFC1-E117-2183-306A-9352FB292886}"/>
              </a:ext>
            </a:extLst>
          </p:cNvPr>
          <p:cNvSpPr txBox="1"/>
          <p:nvPr/>
        </p:nvSpPr>
        <p:spPr>
          <a:xfrm>
            <a:off x="11186160" y="6471920"/>
            <a:ext cx="854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2026-07-14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54592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23C3F-C812-EFCC-3C9B-19674160F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893" y="365125"/>
            <a:ext cx="11421611" cy="448607"/>
          </a:xfrm>
        </p:spPr>
        <p:txBody>
          <a:bodyPr>
            <a:normAutofit/>
          </a:bodyPr>
          <a:lstStyle/>
          <a:p>
            <a:r>
              <a:rPr lang="en-US" altLang="ko-KR" sz="2000" b="1"/>
              <a:t>1. html (</a:t>
            </a:r>
            <a:r>
              <a:rPr lang="ko-KR" altLang="en-US" sz="2000" b="1"/>
              <a:t>프로모션 운임</a:t>
            </a:r>
            <a:r>
              <a:rPr lang="en-US" altLang="ko-KR" sz="2000" b="1"/>
              <a:t>)</a:t>
            </a:r>
            <a:endParaRPr lang="ko-KR" altLang="en-US" sz="20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0563A-FC43-4AD6-8DF7-623ACB869782}"/>
              </a:ext>
            </a:extLst>
          </p:cNvPr>
          <p:cNvSpPr txBox="1"/>
          <p:nvPr/>
        </p:nvSpPr>
        <p:spPr>
          <a:xfrm>
            <a:off x="6560189" y="2351081"/>
            <a:ext cx="53270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000"/>
          </a:p>
          <a:p>
            <a:r>
              <a:rPr lang="en-US" altLang="ko-KR" sz="1000"/>
              <a:t>- </a:t>
            </a:r>
            <a:r>
              <a:rPr lang="ko-KR" altLang="en-US" sz="1000"/>
              <a:t>아래 주석 내 코드 사용해 주세요</a:t>
            </a:r>
            <a:r>
              <a:rPr lang="en-US" altLang="ko-KR" sz="1000"/>
              <a:t>.</a:t>
            </a:r>
            <a:br>
              <a:rPr lang="en-US" altLang="ko-KR" sz="1000"/>
            </a:br>
            <a:br>
              <a:rPr lang="en-US" altLang="ko-KR" sz="1000"/>
            </a:br>
            <a:r>
              <a:rPr lang="en-US" altLang="ko-KR" sz="1000"/>
              <a:t>  </a:t>
            </a:r>
            <a:r>
              <a:rPr lang="ko-KR" altLang="ko-KR" sz="1000" i="1"/>
              <a:t>&lt;!-- 260714 promotion price --&gt;</a:t>
            </a:r>
            <a:endParaRPr lang="ko-KR" altLang="ko-KR" sz="1000"/>
          </a:p>
          <a:p>
            <a:r>
              <a:rPr lang="en-US" altLang="ko-KR" sz="1000"/>
              <a:t>      …</a:t>
            </a:r>
          </a:p>
          <a:p>
            <a:r>
              <a:rPr lang="en-US" altLang="ko-KR" sz="1000"/>
              <a:t>      …</a:t>
            </a:r>
          </a:p>
          <a:p>
            <a:r>
              <a:rPr lang="en-US" altLang="ko-KR" sz="1000"/>
              <a:t>      …</a:t>
            </a:r>
          </a:p>
          <a:p>
            <a:r>
              <a:rPr lang="en-US" altLang="ko-KR" sz="1000" i="1"/>
              <a:t>  </a:t>
            </a:r>
            <a:r>
              <a:rPr lang="ko-KR" altLang="ko-KR" sz="1000" i="1"/>
              <a:t>&lt;!-- //260714 promotion price --&gt;</a:t>
            </a:r>
            <a:endParaRPr lang="en-US" altLang="ko-KR" sz="1000" i="1"/>
          </a:p>
          <a:p>
            <a:endParaRPr lang="en-US" altLang="ko-KR" sz="1000" i="1"/>
          </a:p>
          <a:p>
            <a:endParaRPr lang="en-US" altLang="ko-KR" sz="1000"/>
          </a:p>
          <a:p>
            <a:pPr marL="171450" indent="-171450">
              <a:buFontTx/>
              <a:buChar char="-"/>
            </a:pPr>
            <a:endParaRPr lang="en-US" altLang="ko-KR" sz="1000"/>
          </a:p>
          <a:p>
            <a:endParaRPr lang="en-US" altLang="ko-KR" sz="10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F40724-7728-0AC2-4977-EC6B226C7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85" y="2011741"/>
            <a:ext cx="5828455" cy="246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461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F1421-A6C1-FFED-8A4E-E74EEDA0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471E255-0208-4E9F-15B2-ADFDDB545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02" y="2674956"/>
            <a:ext cx="2739513" cy="13875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4079AE7-5390-F42F-4FA5-83B676F2B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893" y="365125"/>
            <a:ext cx="11421611" cy="448607"/>
          </a:xfrm>
        </p:spPr>
        <p:txBody>
          <a:bodyPr>
            <a:normAutofit/>
          </a:bodyPr>
          <a:lstStyle/>
          <a:p>
            <a:r>
              <a:rPr lang="en-US" altLang="ko-KR" sz="2000" b="1"/>
              <a:t>2. css (</a:t>
            </a:r>
            <a:r>
              <a:rPr lang="ko-KR" altLang="en-US" sz="2000" b="1"/>
              <a:t>프로모션 운임</a:t>
            </a:r>
            <a:r>
              <a:rPr lang="en-US" altLang="ko-KR" sz="2000" b="1"/>
              <a:t>)</a:t>
            </a:r>
            <a:endParaRPr lang="ko-KR" altLang="en-US" sz="20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56600-F020-D318-0731-0AF624C26EB5}"/>
              </a:ext>
            </a:extLst>
          </p:cNvPr>
          <p:cNvSpPr txBox="1"/>
          <p:nvPr/>
        </p:nvSpPr>
        <p:spPr>
          <a:xfrm>
            <a:off x="530617" y="1967487"/>
            <a:ext cx="30761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000"/>
          </a:p>
          <a:p>
            <a:r>
              <a:rPr lang="en-US" altLang="ko-KR" sz="1000"/>
              <a:t>- </a:t>
            </a:r>
            <a:r>
              <a:rPr lang="ko-KR" altLang="en-US" sz="1000"/>
              <a:t>기존 </a:t>
            </a:r>
            <a:r>
              <a:rPr lang="en-US" altLang="ko-KR" sz="1000"/>
              <a:t>common.css </a:t>
            </a:r>
            <a:r>
              <a:rPr lang="ko-KR" altLang="en-US" sz="1000"/>
              <a:t>에서 속성 </a:t>
            </a:r>
            <a:r>
              <a:rPr lang="en-US" altLang="ko-KR" sz="1000"/>
              <a:t>”</a:t>
            </a:r>
            <a:r>
              <a:rPr lang="ko-KR" altLang="en-US" sz="1000"/>
              <a:t>추가</a:t>
            </a:r>
            <a:r>
              <a:rPr lang="en-US" altLang="ko-KR" sz="1000"/>
              <a:t>” </a:t>
            </a:r>
            <a:r>
              <a:rPr lang="ko-KR" altLang="en-US" sz="1000"/>
              <a:t>해주세요</a:t>
            </a:r>
            <a:r>
              <a:rPr lang="en-US" altLang="ko-KR" sz="1000"/>
              <a:t>.</a:t>
            </a:r>
            <a:endParaRPr lang="en-US" altLang="ko-KR" sz="1000" i="1"/>
          </a:p>
          <a:p>
            <a:endParaRPr lang="en-US" altLang="ko-KR" sz="1000" i="1"/>
          </a:p>
          <a:p>
            <a:endParaRPr lang="en-US" altLang="ko-KR" sz="1000"/>
          </a:p>
          <a:p>
            <a:pPr marL="171450" indent="-171450">
              <a:buFontTx/>
              <a:buChar char="-"/>
            </a:pPr>
            <a:endParaRPr lang="en-US" altLang="ko-KR" sz="1000"/>
          </a:p>
          <a:p>
            <a:endParaRPr lang="en-US" altLang="ko-KR" sz="100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832B7D1-6340-7382-EEE1-0697DDC80CFB}"/>
              </a:ext>
            </a:extLst>
          </p:cNvPr>
          <p:cNvGrpSpPr/>
          <p:nvPr/>
        </p:nvGrpSpPr>
        <p:grpSpPr>
          <a:xfrm>
            <a:off x="4751648" y="2557105"/>
            <a:ext cx="4822311" cy="1897957"/>
            <a:chOff x="3733004" y="1080044"/>
            <a:chExt cx="3894064" cy="157087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1AD78E3-EDA8-82E8-46E9-63F6CD6FB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3004" y="1080044"/>
              <a:ext cx="3894064" cy="134350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F6F5F29-0B72-D79E-A90E-0F562381A86F}"/>
                </a:ext>
              </a:extLst>
            </p:cNvPr>
            <p:cNvSpPr txBox="1"/>
            <p:nvPr/>
          </p:nvSpPr>
          <p:spPr>
            <a:xfrm>
              <a:off x="3896360" y="2250805"/>
              <a:ext cx="13756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ko-KR" sz="1000">
                  <a:solidFill>
                    <a:srgbClr val="FF0000"/>
                  </a:solidFill>
                </a:rPr>
                <a:t>width: max-content;</a:t>
              </a:r>
            </a:p>
            <a:p>
              <a:r>
                <a:rPr lang="ko-KR" altLang="ko-KR" sz="1000">
                  <a:solidFill>
                    <a:srgbClr val="FF0000"/>
                  </a:solidFill>
                </a:rPr>
                <a:t>margin-left: auto;</a:t>
              </a:r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3978BEB3-D628-6649-91A4-2E9688D94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812" y="378292"/>
            <a:ext cx="5205229" cy="650077"/>
          </a:xfrm>
          <a:prstGeom prst="rect">
            <a:avLst/>
          </a:prstGeom>
        </p:spPr>
      </p:pic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77B6109-28A3-6A7E-7EB4-6C3DF707E337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747394" y="3049398"/>
            <a:ext cx="2004254" cy="31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15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AD36B-DA1D-2C73-D2F6-9971C6189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00F978D4-74B7-2646-EE15-4EAAEAE0B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02" y="2674956"/>
            <a:ext cx="2739513" cy="13875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E1A60F7-5A28-0DFE-6A3A-D5E66B5FA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893" y="365125"/>
            <a:ext cx="11421611" cy="448607"/>
          </a:xfrm>
        </p:spPr>
        <p:txBody>
          <a:bodyPr>
            <a:normAutofit/>
          </a:bodyPr>
          <a:lstStyle/>
          <a:p>
            <a:r>
              <a:rPr lang="en-US" altLang="ko-KR" sz="2000" b="1"/>
              <a:t>2. css (</a:t>
            </a:r>
            <a:r>
              <a:rPr lang="ko-KR" altLang="en-US" sz="2000" b="1"/>
              <a:t>특송</a:t>
            </a:r>
            <a:r>
              <a:rPr lang="en-US" altLang="ko-KR" sz="2000" b="1"/>
              <a:t>-</a:t>
            </a:r>
            <a:r>
              <a:rPr lang="ko-KR" altLang="en-US" sz="2000" b="1"/>
              <a:t>국가 이미지</a:t>
            </a:r>
            <a:r>
              <a:rPr lang="en-US" altLang="ko-KR" sz="2000" b="1"/>
              <a:t>)</a:t>
            </a:r>
            <a:endParaRPr lang="ko-KR" altLang="en-US" sz="20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FE5B8-8A61-030C-56BA-640A3EBF67FC}"/>
              </a:ext>
            </a:extLst>
          </p:cNvPr>
          <p:cNvSpPr txBox="1"/>
          <p:nvPr/>
        </p:nvSpPr>
        <p:spPr>
          <a:xfrm>
            <a:off x="530617" y="1967487"/>
            <a:ext cx="30761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000"/>
          </a:p>
          <a:p>
            <a:r>
              <a:rPr lang="en-US" altLang="ko-KR" sz="1000"/>
              <a:t>- </a:t>
            </a:r>
            <a:r>
              <a:rPr lang="ko-KR" altLang="en-US" sz="1000"/>
              <a:t>기존 </a:t>
            </a:r>
            <a:r>
              <a:rPr lang="en-US" altLang="ko-KR" sz="1000"/>
              <a:t>common.css </a:t>
            </a:r>
            <a:r>
              <a:rPr lang="ko-KR" altLang="en-US" sz="1000"/>
              <a:t>에서 속성 </a:t>
            </a:r>
            <a:r>
              <a:rPr lang="en-US" altLang="ko-KR" sz="1000"/>
              <a:t>”</a:t>
            </a:r>
            <a:r>
              <a:rPr lang="ko-KR" altLang="en-US" sz="1000"/>
              <a:t>추가</a:t>
            </a:r>
            <a:r>
              <a:rPr lang="en-US" altLang="ko-KR" sz="1000"/>
              <a:t>” </a:t>
            </a:r>
            <a:r>
              <a:rPr lang="ko-KR" altLang="en-US" sz="1000"/>
              <a:t>해주세요</a:t>
            </a:r>
            <a:r>
              <a:rPr lang="en-US" altLang="ko-KR" sz="1000"/>
              <a:t>.</a:t>
            </a:r>
            <a:endParaRPr lang="en-US" altLang="ko-KR" sz="1000" i="1"/>
          </a:p>
          <a:p>
            <a:endParaRPr lang="en-US" altLang="ko-KR" sz="1000" i="1"/>
          </a:p>
          <a:p>
            <a:endParaRPr lang="en-US" altLang="ko-KR" sz="1000"/>
          </a:p>
          <a:p>
            <a:pPr marL="171450" indent="-171450">
              <a:buFontTx/>
              <a:buChar char="-"/>
            </a:pPr>
            <a:endParaRPr lang="en-US" altLang="ko-KR" sz="1000"/>
          </a:p>
          <a:p>
            <a:endParaRPr lang="en-US" altLang="ko-KR" sz="100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A6C2175-0801-B464-4576-84DC3892B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481" y="365125"/>
            <a:ext cx="4298720" cy="3108835"/>
          </a:xfrm>
          <a:prstGeom prst="rect">
            <a:avLst/>
          </a:prstGeom>
        </p:spPr>
      </p:pic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CBC08233-00D7-5246-EC99-BF4B98D78A28}"/>
              </a:ext>
            </a:extLst>
          </p:cNvPr>
          <p:cNvCxnSpPr>
            <a:cxnSpLocks/>
          </p:cNvCxnSpPr>
          <p:nvPr/>
        </p:nvCxnSpPr>
        <p:spPr>
          <a:xfrm rot="10800000">
            <a:off x="1264923" y="3893527"/>
            <a:ext cx="3218787" cy="1253127"/>
          </a:xfrm>
          <a:prstGeom prst="bentConnector3">
            <a:avLst>
              <a:gd name="adj1" fmla="val 9991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89DA48A-0735-7B66-CDD4-70DC3E381BEE}"/>
              </a:ext>
            </a:extLst>
          </p:cNvPr>
          <p:cNvGrpSpPr/>
          <p:nvPr/>
        </p:nvGrpSpPr>
        <p:grpSpPr>
          <a:xfrm>
            <a:off x="4483709" y="4003786"/>
            <a:ext cx="3806855" cy="1929710"/>
            <a:chOff x="4391430" y="4053137"/>
            <a:chExt cx="3806855" cy="192971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C745D9E-D0EE-F232-71FA-765234C49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1430" y="4053137"/>
              <a:ext cx="3806855" cy="183868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C5B400-A286-6E81-8566-8A60B6C01E2D}"/>
                </a:ext>
              </a:extLst>
            </p:cNvPr>
            <p:cNvSpPr txBox="1"/>
            <p:nvPr/>
          </p:nvSpPr>
          <p:spPr>
            <a:xfrm>
              <a:off x="4484792" y="5736626"/>
              <a:ext cx="100059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>
                  <a:solidFill>
                    <a:srgbClr val="FF0000"/>
                  </a:solidFill>
                </a:rPr>
                <a:t>flex-shrink : 0;</a:t>
              </a:r>
              <a:endParaRPr lang="ko-KR" altLang="en-US" sz="1000">
                <a:solidFill>
                  <a:srgbClr val="FF0000"/>
                </a:solidFill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FC1B930-8136-407E-527D-A387E977D697}"/>
              </a:ext>
            </a:extLst>
          </p:cNvPr>
          <p:cNvSpPr/>
          <p:nvPr/>
        </p:nvSpPr>
        <p:spPr>
          <a:xfrm>
            <a:off x="4441971" y="4003786"/>
            <a:ext cx="3930242" cy="920552"/>
          </a:xfrm>
          <a:prstGeom prst="rect">
            <a:avLst/>
          </a:prstGeom>
          <a:solidFill>
            <a:schemeClr val="tx1">
              <a:alpha val="6705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1CDA5-8564-7182-FDAC-95E4D7713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49EE6-A0CD-9575-C14A-2336790E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50575"/>
            <a:ext cx="9144000" cy="1156851"/>
          </a:xfrm>
        </p:spPr>
        <p:txBody>
          <a:bodyPr anchor="ctr">
            <a:normAutofit/>
          </a:bodyPr>
          <a:lstStyle/>
          <a:p>
            <a:r>
              <a:rPr lang="en-US" altLang="ko-KR" sz="4000"/>
              <a:t>END</a:t>
            </a:r>
            <a:endParaRPr lang="ko-KR" altLang="en-US" sz="4000"/>
          </a:p>
        </p:txBody>
      </p:sp>
    </p:spTree>
    <p:extLst>
      <p:ext uri="{BB962C8B-B14F-4D97-AF65-F5344CB8AC3E}">
        <p14:creationId xmlns:p14="http://schemas.microsoft.com/office/powerpoint/2010/main" val="993540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f6aa215-f86e-436c-b3de-74b50e29299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8E1AAB160B544187921169F8AAA93B" ma:contentTypeVersion="12" ma:contentTypeDescription="Create a new document." ma:contentTypeScope="" ma:versionID="a69beb5c3588d130d50c4becf5bcb088">
  <xsd:schema xmlns:xsd="http://www.w3.org/2001/XMLSchema" xmlns:xs="http://www.w3.org/2001/XMLSchema" xmlns:p="http://schemas.microsoft.com/office/2006/metadata/properties" xmlns:ns3="1f6aa215-f86e-436c-b3de-74b50e292994" targetNamespace="http://schemas.microsoft.com/office/2006/metadata/properties" ma:root="true" ma:fieldsID="d9963e5b4eb10e5c652dcfac9ceb7153" ns3:_="">
    <xsd:import namespace="1f6aa215-f86e-436c-b3de-74b50e29299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6aa215-f86e-436c-b3de-74b50e29299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C5AADB-DD34-4B8F-BFF4-8071B75EEC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2F8650-BCF3-4111-8876-9591818AE440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1f6aa215-f86e-436c-b3de-74b50e292994"/>
    <ds:schemaRef ds:uri="http://schemas.microsoft.com/office/infopath/2007/PartnerControls"/>
    <ds:schemaRef ds:uri="http://purl.org/dc/dcmitype/"/>
    <ds:schemaRef ds:uri="http://purl.org/dc/elements/1.1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8E0809B-40A2-4A67-B801-E4EAF27C35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6aa215-f86e-436c-b3de-74b50e2929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93</Words>
  <Application>Microsoft Office PowerPoint</Application>
  <PresentationFormat>와이드스크린</PresentationFormat>
  <Paragraphs>25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견적조회 퍼블리싱 가이드</vt:lpstr>
      <vt:lpstr>1. html (프로모션 운임)</vt:lpstr>
      <vt:lpstr>2. css (프로모션 운임)</vt:lpstr>
      <vt:lpstr>2. css (특송-국가 이미지)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Heesoon Park</dc:creator>
  <cp:lastModifiedBy>Heesoon Park</cp:lastModifiedBy>
  <cp:revision>6</cp:revision>
  <dcterms:created xsi:type="dcterms:W3CDTF">2026-07-14T02:23:34Z</dcterms:created>
  <dcterms:modified xsi:type="dcterms:W3CDTF">2026-07-14T04:54:40Z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0x010100998E1AAB160B544187921169F8AAA93B</vt:lpwstr>
  </property>
</Properties>
</file>